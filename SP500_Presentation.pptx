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2" r:id="rId6"/>
    <p:sldId id="265" r:id="rId7"/>
    <p:sldId id="266" r:id="rId8"/>
    <p:sldId id="267" r:id="rId9"/>
    <p:sldId id="260" r:id="rId10"/>
    <p:sldId id="261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87"/>
    <p:restoredTop sz="94686"/>
  </p:normalViewPr>
  <p:slideViewPr>
    <p:cSldViewPr snapToGrid="0">
      <p:cViewPr varScale="1">
        <p:scale>
          <a:sx n="105" d="100"/>
          <a:sy n="105" d="100"/>
        </p:scale>
        <p:origin x="216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B04D4B-CB9D-4913-AD36-C8B7604A2E6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07B975-33D7-4D12-838D-EB8644CC62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Goal: visualize stock trends and predict next-day prices</a:t>
          </a:r>
        </a:p>
      </dgm:t>
    </dgm:pt>
    <dgm:pt modelId="{F2ECBF31-67F9-41C8-B507-B99BDECDDA1F}" type="parTrans" cxnId="{CDD60D38-D97C-42DE-9E9A-DD098B5B4F2F}">
      <dgm:prSet/>
      <dgm:spPr/>
      <dgm:t>
        <a:bodyPr/>
        <a:lstStyle/>
        <a:p>
          <a:endParaRPr lang="en-US"/>
        </a:p>
      </dgm:t>
    </dgm:pt>
    <dgm:pt modelId="{6D1C65C3-E072-4AC6-88A0-FAF54E10B671}" type="sibTrans" cxnId="{CDD60D38-D97C-42DE-9E9A-DD098B5B4F2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4E4BF11-B3FD-4488-BFE3-F5373D9BE2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Tools: R Shiny, ggplot2, random forest</a:t>
          </a:r>
        </a:p>
      </dgm:t>
    </dgm:pt>
    <dgm:pt modelId="{AB3432BD-D06F-4588-A594-D52737FFCC5B}" type="parTrans" cxnId="{036E0090-7D97-47ED-BE31-D86B6190770E}">
      <dgm:prSet/>
      <dgm:spPr/>
      <dgm:t>
        <a:bodyPr/>
        <a:lstStyle/>
        <a:p>
          <a:endParaRPr lang="en-US"/>
        </a:p>
      </dgm:t>
    </dgm:pt>
    <dgm:pt modelId="{6BFD8562-844E-4521-985A-0CBA23E7AA2B}" type="sibTrans" cxnId="{036E0090-7D97-47ED-BE31-D86B6190770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BF3DA21-43EA-43E5-97F4-CF46DFA08A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Data: S&amp;P500 data (last 5 years)</a:t>
          </a:r>
        </a:p>
      </dgm:t>
    </dgm:pt>
    <dgm:pt modelId="{BA5B64C0-582E-4F49-91F3-AE69193279FC}" type="parTrans" cxnId="{8BD84657-60F0-46F7-A1F5-9A40629FFA19}">
      <dgm:prSet/>
      <dgm:spPr/>
      <dgm:t>
        <a:bodyPr/>
        <a:lstStyle/>
        <a:p>
          <a:endParaRPr lang="en-US"/>
        </a:p>
      </dgm:t>
    </dgm:pt>
    <dgm:pt modelId="{3A426017-A636-467B-89E4-4261DF472BBC}" type="sibTrans" cxnId="{8BD84657-60F0-46F7-A1F5-9A40629FFA1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AE82E8C-AC27-4497-A2B1-0C0D1AEB19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Dashboard: prices, returns, sector trends, volatility, predictions</a:t>
          </a:r>
        </a:p>
      </dgm:t>
    </dgm:pt>
    <dgm:pt modelId="{ED29E9D9-347F-48CC-8ACC-A19B9D9D74E0}" type="parTrans" cxnId="{1FDC94E7-EF0A-4D85-A713-6E05D7A32D80}">
      <dgm:prSet/>
      <dgm:spPr/>
      <dgm:t>
        <a:bodyPr/>
        <a:lstStyle/>
        <a:p>
          <a:endParaRPr lang="en-US"/>
        </a:p>
      </dgm:t>
    </dgm:pt>
    <dgm:pt modelId="{ECF89F2C-63C8-4BE8-B49B-556B843873BF}" type="sibTrans" cxnId="{1FDC94E7-EF0A-4D85-A713-6E05D7A32D80}">
      <dgm:prSet/>
      <dgm:spPr/>
      <dgm:t>
        <a:bodyPr/>
        <a:lstStyle/>
        <a:p>
          <a:endParaRPr lang="en-US"/>
        </a:p>
      </dgm:t>
    </dgm:pt>
    <dgm:pt modelId="{D4026FA3-4FDC-42C7-985D-4FDEE9975CE8}" type="pres">
      <dgm:prSet presAssocID="{B3B04D4B-CB9D-4913-AD36-C8B7604A2E6C}" presName="root" presStyleCnt="0">
        <dgm:presLayoutVars>
          <dgm:dir/>
          <dgm:resizeHandles val="exact"/>
        </dgm:presLayoutVars>
      </dgm:prSet>
      <dgm:spPr/>
    </dgm:pt>
    <dgm:pt modelId="{0057C876-D209-42A5-AF78-230F797EE4D4}" type="pres">
      <dgm:prSet presAssocID="{B3B04D4B-CB9D-4913-AD36-C8B7604A2E6C}" presName="container" presStyleCnt="0">
        <dgm:presLayoutVars>
          <dgm:dir/>
          <dgm:resizeHandles val="exact"/>
        </dgm:presLayoutVars>
      </dgm:prSet>
      <dgm:spPr/>
    </dgm:pt>
    <dgm:pt modelId="{D42C057E-74B2-467E-9F9B-EC7DF0B15382}" type="pres">
      <dgm:prSet presAssocID="{9007B975-33D7-4D12-838D-EB8644CC627A}" presName="compNode" presStyleCnt="0"/>
      <dgm:spPr/>
    </dgm:pt>
    <dgm:pt modelId="{59735944-D32B-48B9-A118-637D112DDC91}" type="pres">
      <dgm:prSet presAssocID="{9007B975-33D7-4D12-838D-EB8644CC627A}" presName="iconBgRect" presStyleLbl="bgShp" presStyleIdx="0" presStyleCnt="4"/>
      <dgm:spPr/>
    </dgm:pt>
    <dgm:pt modelId="{6C120138-170C-4884-B914-8E7871783AFA}" type="pres">
      <dgm:prSet presAssocID="{9007B975-33D7-4D12-838D-EB8644CC627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C2B956FB-E3CF-4840-84CE-C13374A83B93}" type="pres">
      <dgm:prSet presAssocID="{9007B975-33D7-4D12-838D-EB8644CC627A}" presName="spaceRect" presStyleCnt="0"/>
      <dgm:spPr/>
    </dgm:pt>
    <dgm:pt modelId="{57F49A39-3FC6-435C-A0A4-EA59B082E814}" type="pres">
      <dgm:prSet presAssocID="{9007B975-33D7-4D12-838D-EB8644CC627A}" presName="textRect" presStyleLbl="revTx" presStyleIdx="0" presStyleCnt="4">
        <dgm:presLayoutVars>
          <dgm:chMax val="1"/>
          <dgm:chPref val="1"/>
        </dgm:presLayoutVars>
      </dgm:prSet>
      <dgm:spPr/>
    </dgm:pt>
    <dgm:pt modelId="{6805F83B-505A-44B5-A4F6-AC04724813E6}" type="pres">
      <dgm:prSet presAssocID="{6D1C65C3-E072-4AC6-88A0-FAF54E10B671}" presName="sibTrans" presStyleLbl="sibTrans2D1" presStyleIdx="0" presStyleCnt="0"/>
      <dgm:spPr/>
    </dgm:pt>
    <dgm:pt modelId="{B57FC087-E1F0-42C6-8987-3E82E154B3F3}" type="pres">
      <dgm:prSet presAssocID="{54E4BF11-B3FD-4488-BFE3-F5373D9BE2FC}" presName="compNode" presStyleCnt="0"/>
      <dgm:spPr/>
    </dgm:pt>
    <dgm:pt modelId="{1C0BA747-5B3B-4359-93AE-48B01DB41942}" type="pres">
      <dgm:prSet presAssocID="{54E4BF11-B3FD-4488-BFE3-F5373D9BE2FC}" presName="iconBgRect" presStyleLbl="bgShp" presStyleIdx="1" presStyleCnt="4"/>
      <dgm:spPr/>
    </dgm:pt>
    <dgm:pt modelId="{55CD17CE-94BC-478B-96D0-42C8FA12223C}" type="pres">
      <dgm:prSet presAssocID="{54E4BF11-B3FD-4488-BFE3-F5373D9BE2F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4305388B-F6BF-4451-8E98-F6B6A07D1D9D}" type="pres">
      <dgm:prSet presAssocID="{54E4BF11-B3FD-4488-BFE3-F5373D9BE2FC}" presName="spaceRect" presStyleCnt="0"/>
      <dgm:spPr/>
    </dgm:pt>
    <dgm:pt modelId="{0B521760-3E43-45D2-954A-3770CCE74F74}" type="pres">
      <dgm:prSet presAssocID="{54E4BF11-B3FD-4488-BFE3-F5373D9BE2FC}" presName="textRect" presStyleLbl="revTx" presStyleIdx="1" presStyleCnt="4">
        <dgm:presLayoutVars>
          <dgm:chMax val="1"/>
          <dgm:chPref val="1"/>
        </dgm:presLayoutVars>
      </dgm:prSet>
      <dgm:spPr/>
    </dgm:pt>
    <dgm:pt modelId="{CC733523-7867-41FD-8DA6-A2F086004918}" type="pres">
      <dgm:prSet presAssocID="{6BFD8562-844E-4521-985A-0CBA23E7AA2B}" presName="sibTrans" presStyleLbl="sibTrans2D1" presStyleIdx="0" presStyleCnt="0"/>
      <dgm:spPr/>
    </dgm:pt>
    <dgm:pt modelId="{FD1441A0-BF2F-411B-9613-5FBACC128AC4}" type="pres">
      <dgm:prSet presAssocID="{CBF3DA21-43EA-43E5-97F4-CF46DFA08A41}" presName="compNode" presStyleCnt="0"/>
      <dgm:spPr/>
    </dgm:pt>
    <dgm:pt modelId="{8B4802A4-9F19-4824-AD4C-CC408B493CCC}" type="pres">
      <dgm:prSet presAssocID="{CBF3DA21-43EA-43E5-97F4-CF46DFA08A41}" presName="iconBgRect" presStyleLbl="bgShp" presStyleIdx="2" presStyleCnt="4"/>
      <dgm:spPr/>
    </dgm:pt>
    <dgm:pt modelId="{55946254-8ED8-477F-AE9B-6EB503BFAAF7}" type="pres">
      <dgm:prSet presAssocID="{CBF3DA21-43EA-43E5-97F4-CF46DFA08A4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ctor"/>
        </a:ext>
      </dgm:extLst>
    </dgm:pt>
    <dgm:pt modelId="{D0B8F56E-2268-4DDB-94A7-57F0AF4E598B}" type="pres">
      <dgm:prSet presAssocID="{CBF3DA21-43EA-43E5-97F4-CF46DFA08A41}" presName="spaceRect" presStyleCnt="0"/>
      <dgm:spPr/>
    </dgm:pt>
    <dgm:pt modelId="{5D137321-4F55-43ED-9BB4-BB338C22F1BC}" type="pres">
      <dgm:prSet presAssocID="{CBF3DA21-43EA-43E5-97F4-CF46DFA08A41}" presName="textRect" presStyleLbl="revTx" presStyleIdx="2" presStyleCnt="4">
        <dgm:presLayoutVars>
          <dgm:chMax val="1"/>
          <dgm:chPref val="1"/>
        </dgm:presLayoutVars>
      </dgm:prSet>
      <dgm:spPr/>
    </dgm:pt>
    <dgm:pt modelId="{0F411CCB-1265-47CD-A745-68273C62DA86}" type="pres">
      <dgm:prSet presAssocID="{3A426017-A636-467B-89E4-4261DF472BBC}" presName="sibTrans" presStyleLbl="sibTrans2D1" presStyleIdx="0" presStyleCnt="0"/>
      <dgm:spPr/>
    </dgm:pt>
    <dgm:pt modelId="{4E22E04E-B4F3-49C0-93FD-0C96570B92B7}" type="pres">
      <dgm:prSet presAssocID="{FAE82E8C-AC27-4497-A2B1-0C0D1AEB19FE}" presName="compNode" presStyleCnt="0"/>
      <dgm:spPr/>
    </dgm:pt>
    <dgm:pt modelId="{E85975D4-5C91-42B4-B57C-7485C72EB2F2}" type="pres">
      <dgm:prSet presAssocID="{FAE82E8C-AC27-4497-A2B1-0C0D1AEB19FE}" presName="iconBgRect" presStyleLbl="bgShp" presStyleIdx="3" presStyleCnt="4"/>
      <dgm:spPr/>
    </dgm:pt>
    <dgm:pt modelId="{8591D412-081D-4279-A48D-2DC88752A94F}" type="pres">
      <dgm:prSet presAssocID="{FAE82E8C-AC27-4497-A2B1-0C0D1AEB19F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315F1FCC-15BD-4BB9-B944-5A2FB7918FD5}" type="pres">
      <dgm:prSet presAssocID="{FAE82E8C-AC27-4497-A2B1-0C0D1AEB19FE}" presName="spaceRect" presStyleCnt="0"/>
      <dgm:spPr/>
    </dgm:pt>
    <dgm:pt modelId="{BB4FE626-CAF0-40E6-901A-9E481590B2E9}" type="pres">
      <dgm:prSet presAssocID="{FAE82E8C-AC27-4497-A2B1-0C0D1AEB19F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DD60D38-D97C-42DE-9E9A-DD098B5B4F2F}" srcId="{B3B04D4B-CB9D-4913-AD36-C8B7604A2E6C}" destId="{9007B975-33D7-4D12-838D-EB8644CC627A}" srcOrd="0" destOrd="0" parTransId="{F2ECBF31-67F9-41C8-B507-B99BDECDDA1F}" sibTransId="{6D1C65C3-E072-4AC6-88A0-FAF54E10B671}"/>
    <dgm:cxn modelId="{579D224A-E56E-493A-B4B2-83A7BC95BA22}" type="presOf" srcId="{FAE82E8C-AC27-4497-A2B1-0C0D1AEB19FE}" destId="{BB4FE626-CAF0-40E6-901A-9E481590B2E9}" srcOrd="0" destOrd="0" presId="urn:microsoft.com/office/officeart/2018/2/layout/IconCircleList"/>
    <dgm:cxn modelId="{8BD84657-60F0-46F7-A1F5-9A40629FFA19}" srcId="{B3B04D4B-CB9D-4913-AD36-C8B7604A2E6C}" destId="{CBF3DA21-43EA-43E5-97F4-CF46DFA08A41}" srcOrd="2" destOrd="0" parTransId="{BA5B64C0-582E-4F49-91F3-AE69193279FC}" sibTransId="{3A426017-A636-467B-89E4-4261DF472BBC}"/>
    <dgm:cxn modelId="{2F2B8C63-3300-455A-8768-2B3BB57EF442}" type="presOf" srcId="{6D1C65C3-E072-4AC6-88A0-FAF54E10B671}" destId="{6805F83B-505A-44B5-A4F6-AC04724813E6}" srcOrd="0" destOrd="0" presId="urn:microsoft.com/office/officeart/2018/2/layout/IconCircleList"/>
    <dgm:cxn modelId="{48A05B6D-A5B4-4B25-9CDB-6B30DE98CFF8}" type="presOf" srcId="{3A426017-A636-467B-89E4-4261DF472BBC}" destId="{0F411CCB-1265-47CD-A745-68273C62DA86}" srcOrd="0" destOrd="0" presId="urn:microsoft.com/office/officeart/2018/2/layout/IconCircleList"/>
    <dgm:cxn modelId="{2660536F-8FAC-4754-9B77-EC133CDC7AA1}" type="presOf" srcId="{9007B975-33D7-4D12-838D-EB8644CC627A}" destId="{57F49A39-3FC6-435C-A0A4-EA59B082E814}" srcOrd="0" destOrd="0" presId="urn:microsoft.com/office/officeart/2018/2/layout/IconCircleList"/>
    <dgm:cxn modelId="{ECBF0E85-6591-46E0-8009-EBEC0CD7F568}" type="presOf" srcId="{54E4BF11-B3FD-4488-BFE3-F5373D9BE2FC}" destId="{0B521760-3E43-45D2-954A-3770CCE74F74}" srcOrd="0" destOrd="0" presId="urn:microsoft.com/office/officeart/2018/2/layout/IconCircleList"/>
    <dgm:cxn modelId="{BEDB248A-7205-4242-AE95-D3986B2AA880}" type="presOf" srcId="{B3B04D4B-CB9D-4913-AD36-C8B7604A2E6C}" destId="{D4026FA3-4FDC-42C7-985D-4FDEE9975CE8}" srcOrd="0" destOrd="0" presId="urn:microsoft.com/office/officeart/2018/2/layout/IconCircleList"/>
    <dgm:cxn modelId="{036E0090-7D97-47ED-BE31-D86B6190770E}" srcId="{B3B04D4B-CB9D-4913-AD36-C8B7604A2E6C}" destId="{54E4BF11-B3FD-4488-BFE3-F5373D9BE2FC}" srcOrd="1" destOrd="0" parTransId="{AB3432BD-D06F-4588-A594-D52737FFCC5B}" sibTransId="{6BFD8562-844E-4521-985A-0CBA23E7AA2B}"/>
    <dgm:cxn modelId="{CD8BD1DB-221B-4124-941B-37CC67F8DBF0}" type="presOf" srcId="{CBF3DA21-43EA-43E5-97F4-CF46DFA08A41}" destId="{5D137321-4F55-43ED-9BB4-BB338C22F1BC}" srcOrd="0" destOrd="0" presId="urn:microsoft.com/office/officeart/2018/2/layout/IconCircleList"/>
    <dgm:cxn modelId="{91FF44E7-3E06-497F-BAE2-ECC1B1C35190}" type="presOf" srcId="{6BFD8562-844E-4521-985A-0CBA23E7AA2B}" destId="{CC733523-7867-41FD-8DA6-A2F086004918}" srcOrd="0" destOrd="0" presId="urn:microsoft.com/office/officeart/2018/2/layout/IconCircleList"/>
    <dgm:cxn modelId="{1FDC94E7-EF0A-4D85-A713-6E05D7A32D80}" srcId="{B3B04D4B-CB9D-4913-AD36-C8B7604A2E6C}" destId="{FAE82E8C-AC27-4497-A2B1-0C0D1AEB19FE}" srcOrd="3" destOrd="0" parTransId="{ED29E9D9-347F-48CC-8ACC-A19B9D9D74E0}" sibTransId="{ECF89F2C-63C8-4BE8-B49B-556B843873BF}"/>
    <dgm:cxn modelId="{4992A743-885A-42CB-BCE6-C21BA92176F7}" type="presParOf" srcId="{D4026FA3-4FDC-42C7-985D-4FDEE9975CE8}" destId="{0057C876-D209-42A5-AF78-230F797EE4D4}" srcOrd="0" destOrd="0" presId="urn:microsoft.com/office/officeart/2018/2/layout/IconCircleList"/>
    <dgm:cxn modelId="{CA05770F-3EDB-4051-AAF2-9F0047A354AB}" type="presParOf" srcId="{0057C876-D209-42A5-AF78-230F797EE4D4}" destId="{D42C057E-74B2-467E-9F9B-EC7DF0B15382}" srcOrd="0" destOrd="0" presId="urn:microsoft.com/office/officeart/2018/2/layout/IconCircleList"/>
    <dgm:cxn modelId="{180E4B88-F514-4391-88FB-C6D8FC405CC7}" type="presParOf" srcId="{D42C057E-74B2-467E-9F9B-EC7DF0B15382}" destId="{59735944-D32B-48B9-A118-637D112DDC91}" srcOrd="0" destOrd="0" presId="urn:microsoft.com/office/officeart/2018/2/layout/IconCircleList"/>
    <dgm:cxn modelId="{4EA1752B-07D1-4F13-AC9F-111BFE76C7B6}" type="presParOf" srcId="{D42C057E-74B2-467E-9F9B-EC7DF0B15382}" destId="{6C120138-170C-4884-B914-8E7871783AFA}" srcOrd="1" destOrd="0" presId="urn:microsoft.com/office/officeart/2018/2/layout/IconCircleList"/>
    <dgm:cxn modelId="{44DA2AB7-A9F1-49D3-ADCB-921632BE3E34}" type="presParOf" srcId="{D42C057E-74B2-467E-9F9B-EC7DF0B15382}" destId="{C2B956FB-E3CF-4840-84CE-C13374A83B93}" srcOrd="2" destOrd="0" presId="urn:microsoft.com/office/officeart/2018/2/layout/IconCircleList"/>
    <dgm:cxn modelId="{166323DF-8DA6-4BB0-AD8D-95CDE640AAC2}" type="presParOf" srcId="{D42C057E-74B2-467E-9F9B-EC7DF0B15382}" destId="{57F49A39-3FC6-435C-A0A4-EA59B082E814}" srcOrd="3" destOrd="0" presId="urn:microsoft.com/office/officeart/2018/2/layout/IconCircleList"/>
    <dgm:cxn modelId="{1E044549-63B3-4ED3-8E4B-B543938C4225}" type="presParOf" srcId="{0057C876-D209-42A5-AF78-230F797EE4D4}" destId="{6805F83B-505A-44B5-A4F6-AC04724813E6}" srcOrd="1" destOrd="0" presId="urn:microsoft.com/office/officeart/2018/2/layout/IconCircleList"/>
    <dgm:cxn modelId="{C4582700-25ED-4031-94D4-9ABFCEA5AAEE}" type="presParOf" srcId="{0057C876-D209-42A5-AF78-230F797EE4D4}" destId="{B57FC087-E1F0-42C6-8987-3E82E154B3F3}" srcOrd="2" destOrd="0" presId="urn:microsoft.com/office/officeart/2018/2/layout/IconCircleList"/>
    <dgm:cxn modelId="{BD575618-5628-4CAD-9523-57912908FBFC}" type="presParOf" srcId="{B57FC087-E1F0-42C6-8987-3E82E154B3F3}" destId="{1C0BA747-5B3B-4359-93AE-48B01DB41942}" srcOrd="0" destOrd="0" presId="urn:microsoft.com/office/officeart/2018/2/layout/IconCircleList"/>
    <dgm:cxn modelId="{CD72E398-EA27-4E53-81B9-4E776926A0B3}" type="presParOf" srcId="{B57FC087-E1F0-42C6-8987-3E82E154B3F3}" destId="{55CD17CE-94BC-478B-96D0-42C8FA12223C}" srcOrd="1" destOrd="0" presId="urn:microsoft.com/office/officeart/2018/2/layout/IconCircleList"/>
    <dgm:cxn modelId="{35D00419-EBEC-406D-B257-95CF3861F85F}" type="presParOf" srcId="{B57FC087-E1F0-42C6-8987-3E82E154B3F3}" destId="{4305388B-F6BF-4451-8E98-F6B6A07D1D9D}" srcOrd="2" destOrd="0" presId="urn:microsoft.com/office/officeart/2018/2/layout/IconCircleList"/>
    <dgm:cxn modelId="{A0FA7C68-69D8-42D0-A71B-A944299ECD47}" type="presParOf" srcId="{B57FC087-E1F0-42C6-8987-3E82E154B3F3}" destId="{0B521760-3E43-45D2-954A-3770CCE74F74}" srcOrd="3" destOrd="0" presId="urn:microsoft.com/office/officeart/2018/2/layout/IconCircleList"/>
    <dgm:cxn modelId="{FB16CAC2-10E2-4B37-966B-1B573F13C1F4}" type="presParOf" srcId="{0057C876-D209-42A5-AF78-230F797EE4D4}" destId="{CC733523-7867-41FD-8DA6-A2F086004918}" srcOrd="3" destOrd="0" presId="urn:microsoft.com/office/officeart/2018/2/layout/IconCircleList"/>
    <dgm:cxn modelId="{D6BCF73E-7F91-41A6-A5FD-7622BFC4C19A}" type="presParOf" srcId="{0057C876-D209-42A5-AF78-230F797EE4D4}" destId="{FD1441A0-BF2F-411B-9613-5FBACC128AC4}" srcOrd="4" destOrd="0" presId="urn:microsoft.com/office/officeart/2018/2/layout/IconCircleList"/>
    <dgm:cxn modelId="{496FC339-FA1E-4BCC-885E-38D6541CE7E2}" type="presParOf" srcId="{FD1441A0-BF2F-411B-9613-5FBACC128AC4}" destId="{8B4802A4-9F19-4824-AD4C-CC408B493CCC}" srcOrd="0" destOrd="0" presId="urn:microsoft.com/office/officeart/2018/2/layout/IconCircleList"/>
    <dgm:cxn modelId="{984055FA-FD8E-4CB1-95FB-3DA88D77EB42}" type="presParOf" srcId="{FD1441A0-BF2F-411B-9613-5FBACC128AC4}" destId="{55946254-8ED8-477F-AE9B-6EB503BFAAF7}" srcOrd="1" destOrd="0" presId="urn:microsoft.com/office/officeart/2018/2/layout/IconCircleList"/>
    <dgm:cxn modelId="{AB86A8C4-49FA-4EB7-8860-848D3200F095}" type="presParOf" srcId="{FD1441A0-BF2F-411B-9613-5FBACC128AC4}" destId="{D0B8F56E-2268-4DDB-94A7-57F0AF4E598B}" srcOrd="2" destOrd="0" presId="urn:microsoft.com/office/officeart/2018/2/layout/IconCircleList"/>
    <dgm:cxn modelId="{027E79C1-2B6F-4432-B690-3C956EEACE18}" type="presParOf" srcId="{FD1441A0-BF2F-411B-9613-5FBACC128AC4}" destId="{5D137321-4F55-43ED-9BB4-BB338C22F1BC}" srcOrd="3" destOrd="0" presId="urn:microsoft.com/office/officeart/2018/2/layout/IconCircleList"/>
    <dgm:cxn modelId="{A3169FE5-BDBB-4FBC-8535-F5894F3EF485}" type="presParOf" srcId="{0057C876-D209-42A5-AF78-230F797EE4D4}" destId="{0F411CCB-1265-47CD-A745-68273C62DA86}" srcOrd="5" destOrd="0" presId="urn:microsoft.com/office/officeart/2018/2/layout/IconCircleList"/>
    <dgm:cxn modelId="{6AA4B38D-AAC8-44D9-B246-38DE7CCE9B83}" type="presParOf" srcId="{0057C876-D209-42A5-AF78-230F797EE4D4}" destId="{4E22E04E-B4F3-49C0-93FD-0C96570B92B7}" srcOrd="6" destOrd="0" presId="urn:microsoft.com/office/officeart/2018/2/layout/IconCircleList"/>
    <dgm:cxn modelId="{9FBA4A61-5EA3-4A62-BF70-B392E1F88A44}" type="presParOf" srcId="{4E22E04E-B4F3-49C0-93FD-0C96570B92B7}" destId="{E85975D4-5C91-42B4-B57C-7485C72EB2F2}" srcOrd="0" destOrd="0" presId="urn:microsoft.com/office/officeart/2018/2/layout/IconCircleList"/>
    <dgm:cxn modelId="{5AE4F4C6-9592-434D-8080-6AB29E712A79}" type="presParOf" srcId="{4E22E04E-B4F3-49C0-93FD-0C96570B92B7}" destId="{8591D412-081D-4279-A48D-2DC88752A94F}" srcOrd="1" destOrd="0" presId="urn:microsoft.com/office/officeart/2018/2/layout/IconCircleList"/>
    <dgm:cxn modelId="{9BC92412-7BB0-41F3-8990-86F7614D7399}" type="presParOf" srcId="{4E22E04E-B4F3-49C0-93FD-0C96570B92B7}" destId="{315F1FCC-15BD-4BB9-B944-5A2FB7918FD5}" srcOrd="2" destOrd="0" presId="urn:microsoft.com/office/officeart/2018/2/layout/IconCircleList"/>
    <dgm:cxn modelId="{BCDD0578-F866-4117-8866-C6BC8A0AD4A1}" type="presParOf" srcId="{4E22E04E-B4F3-49C0-93FD-0C96570B92B7}" destId="{BB4FE626-CAF0-40E6-901A-9E481590B2E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122C20-8E6C-4B75-9D6A-104FD139167C}" type="doc">
      <dgm:prSet loTypeId="urn:microsoft.com/office/officeart/2017/3/layout/HorizontalLabelsTimeline" loCatId="process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8D0BC9D-9D07-4500-A757-D2E0FD759107}">
      <dgm:prSet/>
      <dgm:spPr/>
      <dgm:t>
        <a:bodyPr/>
        <a:lstStyle/>
        <a:p>
          <a:pPr>
            <a:defRPr b="1"/>
          </a:pPr>
          <a:r>
            <a:rPr lang="en-US"/>
            <a:t>2022</a:t>
          </a:r>
        </a:p>
      </dgm:t>
    </dgm:pt>
    <dgm:pt modelId="{B40C5A1D-1F08-448E-A3F2-96BC565567BD}" type="parTrans" cxnId="{EE92811C-629E-44E5-95C2-3D667E258510}">
      <dgm:prSet/>
      <dgm:spPr/>
      <dgm:t>
        <a:bodyPr/>
        <a:lstStyle/>
        <a:p>
          <a:endParaRPr lang="en-US"/>
        </a:p>
      </dgm:t>
    </dgm:pt>
    <dgm:pt modelId="{1B38568A-8D65-470B-8F06-86F69148C3CC}" type="sibTrans" cxnId="{EE92811C-629E-44E5-95C2-3D667E258510}">
      <dgm:prSet/>
      <dgm:spPr/>
      <dgm:t>
        <a:bodyPr/>
        <a:lstStyle/>
        <a:p>
          <a:endParaRPr lang="en-US"/>
        </a:p>
      </dgm:t>
    </dgm:pt>
    <dgm:pt modelId="{BBD6BD3E-9F13-42FE-AE67-CEE616073329}">
      <dgm:prSet/>
      <dgm:spPr/>
      <dgm:t>
        <a:bodyPr/>
        <a:lstStyle/>
        <a:p>
          <a:r>
            <a:rPr lang="en-US" dirty="0"/>
            <a:t>Typical Stock</a:t>
          </a:r>
        </a:p>
      </dgm:t>
    </dgm:pt>
    <dgm:pt modelId="{89960C77-D444-4CB4-A02F-D88DAD955AE8}" type="parTrans" cxnId="{D5FB53E2-B5C9-4833-9590-1030F5DB1166}">
      <dgm:prSet/>
      <dgm:spPr/>
      <dgm:t>
        <a:bodyPr/>
        <a:lstStyle/>
        <a:p>
          <a:endParaRPr lang="en-US"/>
        </a:p>
      </dgm:t>
    </dgm:pt>
    <dgm:pt modelId="{16B594F8-95AE-44A4-A729-246BBEFC0C43}" type="sibTrans" cxnId="{D5FB53E2-B5C9-4833-9590-1030F5DB1166}">
      <dgm:prSet/>
      <dgm:spPr/>
      <dgm:t>
        <a:bodyPr/>
        <a:lstStyle/>
        <a:p>
          <a:endParaRPr lang="en-US"/>
        </a:p>
      </dgm:t>
    </dgm:pt>
    <dgm:pt modelId="{7EC3AFE8-3706-496B-849C-ECB12910C1ED}">
      <dgm:prSet/>
      <dgm:spPr/>
      <dgm:t>
        <a:bodyPr/>
        <a:lstStyle/>
        <a:p>
          <a:pPr>
            <a:defRPr b="1"/>
          </a:pPr>
          <a:r>
            <a:rPr lang="en-US"/>
            <a:t>2023</a:t>
          </a:r>
        </a:p>
      </dgm:t>
    </dgm:pt>
    <dgm:pt modelId="{2F157FFC-BA41-4822-8BB9-BA20520E1018}" type="parTrans" cxnId="{DE6E906C-94D5-493A-A95F-24D2BACF0040}">
      <dgm:prSet/>
      <dgm:spPr/>
      <dgm:t>
        <a:bodyPr/>
        <a:lstStyle/>
        <a:p>
          <a:endParaRPr lang="en-US"/>
        </a:p>
      </dgm:t>
    </dgm:pt>
    <dgm:pt modelId="{9D8D7BDA-3515-44C1-9D16-C733CA4DA1B8}" type="sibTrans" cxnId="{DE6E906C-94D5-493A-A95F-24D2BACF0040}">
      <dgm:prSet/>
      <dgm:spPr/>
      <dgm:t>
        <a:bodyPr/>
        <a:lstStyle/>
        <a:p>
          <a:endParaRPr lang="en-US"/>
        </a:p>
      </dgm:t>
    </dgm:pt>
    <dgm:pt modelId="{8FB21D3E-546F-4276-9733-B8116A5AD405}">
      <dgm:prSet/>
      <dgm:spPr/>
      <dgm:t>
        <a:bodyPr/>
        <a:lstStyle/>
        <a:p>
          <a:r>
            <a:rPr lang="en-US"/>
            <a:t>Start of AI (exponential growth)</a:t>
          </a:r>
        </a:p>
      </dgm:t>
    </dgm:pt>
    <dgm:pt modelId="{E4445465-4550-4F90-BC7E-57A81937435B}" type="parTrans" cxnId="{3CD66B13-FE25-4BD7-80F8-7304CF67468B}">
      <dgm:prSet/>
      <dgm:spPr/>
      <dgm:t>
        <a:bodyPr/>
        <a:lstStyle/>
        <a:p>
          <a:endParaRPr lang="en-US"/>
        </a:p>
      </dgm:t>
    </dgm:pt>
    <dgm:pt modelId="{77362D03-BFB9-41E9-BCF6-D6EC0D65C9D8}" type="sibTrans" cxnId="{3CD66B13-FE25-4BD7-80F8-7304CF67468B}">
      <dgm:prSet/>
      <dgm:spPr/>
      <dgm:t>
        <a:bodyPr/>
        <a:lstStyle/>
        <a:p>
          <a:endParaRPr lang="en-US"/>
        </a:p>
      </dgm:t>
    </dgm:pt>
    <dgm:pt modelId="{44554D4A-8051-472E-9D8B-3BC53B5D9A79}">
      <dgm:prSet/>
      <dgm:spPr/>
      <dgm:t>
        <a:bodyPr/>
        <a:lstStyle/>
        <a:p>
          <a:pPr>
            <a:defRPr b="1"/>
          </a:pPr>
          <a:r>
            <a:rPr lang="en-US"/>
            <a:t>Apr.–June</a:t>
          </a:r>
        </a:p>
      </dgm:t>
    </dgm:pt>
    <dgm:pt modelId="{3DAACF43-447A-4B6F-B897-A218E4E34BFC}" type="parTrans" cxnId="{56085114-AC1C-4448-8B0D-9F30CD71B3F7}">
      <dgm:prSet/>
      <dgm:spPr/>
      <dgm:t>
        <a:bodyPr/>
        <a:lstStyle/>
        <a:p>
          <a:endParaRPr lang="en-US"/>
        </a:p>
      </dgm:t>
    </dgm:pt>
    <dgm:pt modelId="{6BCCA4DC-DFA5-451D-9ABE-523DDF3F6B23}" type="sibTrans" cxnId="{56085114-AC1C-4448-8B0D-9F30CD71B3F7}">
      <dgm:prSet/>
      <dgm:spPr/>
      <dgm:t>
        <a:bodyPr/>
        <a:lstStyle/>
        <a:p>
          <a:endParaRPr lang="en-US"/>
        </a:p>
      </dgm:t>
    </dgm:pt>
    <dgm:pt modelId="{F8EC77C0-3C50-43EB-8CC5-415D8BE63D0B}">
      <dgm:prSet/>
      <dgm:spPr/>
      <dgm:t>
        <a:bodyPr/>
        <a:lstStyle/>
        <a:p>
          <a:r>
            <a:rPr lang="en-US"/>
            <a:t>(2025)</a:t>
          </a:r>
        </a:p>
      </dgm:t>
    </dgm:pt>
    <dgm:pt modelId="{0C192590-6307-4492-ADD0-D9CD4B409CBC}" type="parTrans" cxnId="{D3B8A1FE-8CF9-42B4-A3F2-FB4DDB16EB77}">
      <dgm:prSet/>
      <dgm:spPr/>
      <dgm:t>
        <a:bodyPr/>
        <a:lstStyle/>
        <a:p>
          <a:endParaRPr lang="en-US"/>
        </a:p>
      </dgm:t>
    </dgm:pt>
    <dgm:pt modelId="{202CBEF1-1E76-453B-9864-2F14DF2B48BE}" type="sibTrans" cxnId="{D3B8A1FE-8CF9-42B4-A3F2-FB4DDB16EB77}">
      <dgm:prSet/>
      <dgm:spPr/>
      <dgm:t>
        <a:bodyPr/>
        <a:lstStyle/>
        <a:p>
          <a:endParaRPr lang="en-US"/>
        </a:p>
      </dgm:t>
    </dgm:pt>
    <dgm:pt modelId="{DBC5F9CA-ACEA-48B9-856E-FFD901579670}">
      <dgm:prSet/>
      <dgm:spPr/>
      <dgm:t>
        <a:bodyPr/>
        <a:lstStyle/>
        <a:p>
          <a:r>
            <a:rPr lang="en-US" dirty="0"/>
            <a:t>Export bans on AI chips</a:t>
          </a:r>
        </a:p>
      </dgm:t>
    </dgm:pt>
    <dgm:pt modelId="{5DD21C1E-A1C4-452C-9758-E1DA718C4148}" type="parTrans" cxnId="{7F8F1B0D-1CFD-43F3-964F-141A8680293E}">
      <dgm:prSet/>
      <dgm:spPr/>
      <dgm:t>
        <a:bodyPr/>
        <a:lstStyle/>
        <a:p>
          <a:endParaRPr lang="en-US"/>
        </a:p>
      </dgm:t>
    </dgm:pt>
    <dgm:pt modelId="{1BE0E54D-95FE-4314-837E-17BE0079EF3B}" type="sibTrans" cxnId="{7F8F1B0D-1CFD-43F3-964F-141A8680293E}">
      <dgm:prSet/>
      <dgm:spPr/>
      <dgm:t>
        <a:bodyPr/>
        <a:lstStyle/>
        <a:p>
          <a:endParaRPr lang="en-US"/>
        </a:p>
      </dgm:t>
    </dgm:pt>
    <dgm:pt modelId="{90B290C9-DEF5-4A22-837A-0616EC13FC69}">
      <dgm:prSet/>
      <dgm:spPr/>
      <dgm:t>
        <a:bodyPr/>
        <a:lstStyle/>
        <a:p>
          <a:pPr>
            <a:defRPr b="1"/>
          </a:pPr>
          <a:r>
            <a:rPr lang="en-US"/>
            <a:t>September</a:t>
          </a:r>
        </a:p>
      </dgm:t>
    </dgm:pt>
    <dgm:pt modelId="{AD365182-1850-4EB5-86F0-AA90B93CF130}" type="parTrans" cxnId="{B8659391-C734-4358-8EC2-AB42182AF1AC}">
      <dgm:prSet/>
      <dgm:spPr/>
      <dgm:t>
        <a:bodyPr/>
        <a:lstStyle/>
        <a:p>
          <a:endParaRPr lang="en-US"/>
        </a:p>
      </dgm:t>
    </dgm:pt>
    <dgm:pt modelId="{EEE24269-4DBC-400B-AD39-CEDA0D681CFF}" type="sibTrans" cxnId="{B8659391-C734-4358-8EC2-AB42182AF1AC}">
      <dgm:prSet/>
      <dgm:spPr/>
      <dgm:t>
        <a:bodyPr/>
        <a:lstStyle/>
        <a:p>
          <a:endParaRPr lang="en-US"/>
        </a:p>
      </dgm:t>
    </dgm:pt>
    <dgm:pt modelId="{42143C00-1DBC-4732-8E81-E58592AFF2E3}">
      <dgm:prSet/>
      <dgm:spPr/>
      <dgm:t>
        <a:bodyPr/>
        <a:lstStyle/>
        <a:p>
          <a:r>
            <a:rPr lang="en-US"/>
            <a:t>(2025)</a:t>
          </a:r>
        </a:p>
      </dgm:t>
    </dgm:pt>
    <dgm:pt modelId="{1E6977CD-AEF5-4F8F-A695-054A577E1361}" type="parTrans" cxnId="{426C1D14-E333-4637-B694-6EAFF7D050BB}">
      <dgm:prSet/>
      <dgm:spPr/>
      <dgm:t>
        <a:bodyPr/>
        <a:lstStyle/>
        <a:p>
          <a:endParaRPr lang="en-US"/>
        </a:p>
      </dgm:t>
    </dgm:pt>
    <dgm:pt modelId="{AAAE81BD-9ACB-40FC-9BB3-97CA16073353}" type="sibTrans" cxnId="{426C1D14-E333-4637-B694-6EAFF7D050BB}">
      <dgm:prSet/>
      <dgm:spPr/>
      <dgm:t>
        <a:bodyPr/>
        <a:lstStyle/>
        <a:p>
          <a:endParaRPr lang="en-US"/>
        </a:p>
      </dgm:t>
    </dgm:pt>
    <dgm:pt modelId="{B2FDB4C7-E9C2-47F2-9FA1-F4042D02BBEA}">
      <dgm:prSet/>
      <dgm:spPr/>
      <dgm:t>
        <a:bodyPr/>
        <a:lstStyle/>
        <a:p>
          <a:r>
            <a:rPr lang="en-US"/>
            <a:t>Partnership with Intel (AI company)</a:t>
          </a:r>
        </a:p>
      </dgm:t>
    </dgm:pt>
    <dgm:pt modelId="{F10491E1-8FA6-4E07-86C3-0BD09940EDD3}" type="parTrans" cxnId="{E5297EA9-44CF-4465-89FC-489C917CEE89}">
      <dgm:prSet/>
      <dgm:spPr/>
      <dgm:t>
        <a:bodyPr/>
        <a:lstStyle/>
        <a:p>
          <a:endParaRPr lang="en-US"/>
        </a:p>
      </dgm:t>
    </dgm:pt>
    <dgm:pt modelId="{A8B13601-0F0B-4F08-9D63-3E2151B732FD}" type="sibTrans" cxnId="{E5297EA9-44CF-4465-89FC-489C917CEE89}">
      <dgm:prSet/>
      <dgm:spPr/>
      <dgm:t>
        <a:bodyPr/>
        <a:lstStyle/>
        <a:p>
          <a:endParaRPr lang="en-US"/>
        </a:p>
      </dgm:t>
    </dgm:pt>
    <dgm:pt modelId="{760AFFE8-E12A-1E4D-A996-9F805DBA4228}" type="pres">
      <dgm:prSet presAssocID="{D6122C20-8E6C-4B75-9D6A-104FD139167C}" presName="root" presStyleCnt="0">
        <dgm:presLayoutVars>
          <dgm:chMax/>
          <dgm:chPref/>
          <dgm:animLvl val="lvl"/>
        </dgm:presLayoutVars>
      </dgm:prSet>
      <dgm:spPr/>
    </dgm:pt>
    <dgm:pt modelId="{50112DED-78D8-A74A-8AFF-AD8BF1A76937}" type="pres">
      <dgm:prSet presAssocID="{D6122C20-8E6C-4B75-9D6A-104FD139167C}" presName="divider" presStyleLbl="fgAcc1" presStyleIdx="0" presStyleCnt="1"/>
      <dgm:spPr/>
    </dgm:pt>
    <dgm:pt modelId="{7CCBAC95-6128-E542-8067-1AC45DE0B148}" type="pres">
      <dgm:prSet presAssocID="{D6122C20-8E6C-4B75-9D6A-104FD139167C}" presName="nodes" presStyleCnt="0">
        <dgm:presLayoutVars>
          <dgm:chMax/>
          <dgm:chPref/>
          <dgm:animLvl val="lvl"/>
        </dgm:presLayoutVars>
      </dgm:prSet>
      <dgm:spPr/>
    </dgm:pt>
    <dgm:pt modelId="{58C56CE4-C0D8-4147-95C8-265864DC04AA}" type="pres">
      <dgm:prSet presAssocID="{E8D0BC9D-9D07-4500-A757-D2E0FD759107}" presName="composite" presStyleCnt="0"/>
      <dgm:spPr/>
    </dgm:pt>
    <dgm:pt modelId="{4201E355-98F9-2E4F-B346-7374EED709A2}" type="pres">
      <dgm:prSet presAssocID="{E8D0BC9D-9D07-4500-A757-D2E0FD759107}" presName="L1TextContainer" presStyleLbl="alignNode1" presStyleIdx="0" presStyleCnt="4">
        <dgm:presLayoutVars>
          <dgm:chMax val="1"/>
          <dgm:chPref val="1"/>
          <dgm:bulletEnabled val="1"/>
        </dgm:presLayoutVars>
      </dgm:prSet>
      <dgm:spPr/>
    </dgm:pt>
    <dgm:pt modelId="{41D803D7-3B41-9743-9A6B-BB18BBB78B2F}" type="pres">
      <dgm:prSet presAssocID="{E8D0BC9D-9D07-4500-A757-D2E0FD759107}" presName="L2TextContainerWrapper" presStyleCnt="0">
        <dgm:presLayoutVars>
          <dgm:bulletEnabled val="1"/>
        </dgm:presLayoutVars>
      </dgm:prSet>
      <dgm:spPr/>
    </dgm:pt>
    <dgm:pt modelId="{166AA6BC-0FEA-CC4E-A0B7-D6800587FC21}" type="pres">
      <dgm:prSet presAssocID="{E8D0BC9D-9D07-4500-A757-D2E0FD759107}" presName="L2TextContainer" presStyleLbl="bgAccFollowNode1" presStyleIdx="0" presStyleCnt="4"/>
      <dgm:spPr/>
    </dgm:pt>
    <dgm:pt modelId="{B55C72D3-D4D2-6B4B-8CF7-CC2943567C94}" type="pres">
      <dgm:prSet presAssocID="{E8D0BC9D-9D07-4500-A757-D2E0FD759107}" presName="FlexibleEmptyPlaceHolder" presStyleCnt="0"/>
      <dgm:spPr/>
    </dgm:pt>
    <dgm:pt modelId="{30C8FE4F-38EA-6440-B1CD-2B010B601201}" type="pres">
      <dgm:prSet presAssocID="{E8D0BC9D-9D07-4500-A757-D2E0FD759107}" presName="ConnectLine" presStyleLbl="sibTrans1D1" presStyleIdx="0" presStyleCnt="4"/>
      <dgm:spPr/>
    </dgm:pt>
    <dgm:pt modelId="{20408E1D-DF35-024D-91DE-06709E89E2EC}" type="pres">
      <dgm:prSet presAssocID="{E8D0BC9D-9D07-4500-A757-D2E0FD759107}" presName="ConnectorPoint" presStyleLbl="node1" presStyleIdx="0" presStyleCnt="4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EB73CE06-B11E-E346-B4DA-ED3F473587D4}" type="pres">
      <dgm:prSet presAssocID="{E8D0BC9D-9D07-4500-A757-D2E0FD759107}" presName="EmptyPlaceHolder" presStyleCnt="0"/>
      <dgm:spPr/>
    </dgm:pt>
    <dgm:pt modelId="{6EDF4FB7-DC18-B641-8619-6460892D3006}" type="pres">
      <dgm:prSet presAssocID="{1B38568A-8D65-470B-8F06-86F69148C3CC}" presName="spaceBetweenRectangles" presStyleCnt="0"/>
      <dgm:spPr/>
    </dgm:pt>
    <dgm:pt modelId="{25CA1D98-7C34-EE4A-87BA-54F3E7262EED}" type="pres">
      <dgm:prSet presAssocID="{7EC3AFE8-3706-496B-849C-ECB12910C1ED}" presName="composite" presStyleCnt="0"/>
      <dgm:spPr/>
    </dgm:pt>
    <dgm:pt modelId="{C5BAB8CC-07F0-3D4D-B4AB-FDC903AA2534}" type="pres">
      <dgm:prSet presAssocID="{7EC3AFE8-3706-496B-849C-ECB12910C1ED}" presName="L1TextContainer" presStyleLbl="alignNode1" presStyleIdx="1" presStyleCnt="4">
        <dgm:presLayoutVars>
          <dgm:chMax val="1"/>
          <dgm:chPref val="1"/>
          <dgm:bulletEnabled val="1"/>
        </dgm:presLayoutVars>
      </dgm:prSet>
      <dgm:spPr/>
    </dgm:pt>
    <dgm:pt modelId="{5874A635-8E69-2A4E-ABDB-33AD84CCBDC9}" type="pres">
      <dgm:prSet presAssocID="{7EC3AFE8-3706-496B-849C-ECB12910C1ED}" presName="L2TextContainerWrapper" presStyleCnt="0">
        <dgm:presLayoutVars>
          <dgm:bulletEnabled val="1"/>
        </dgm:presLayoutVars>
      </dgm:prSet>
      <dgm:spPr/>
    </dgm:pt>
    <dgm:pt modelId="{A4DA3A49-3C87-4D47-9277-6576E64B5068}" type="pres">
      <dgm:prSet presAssocID="{7EC3AFE8-3706-496B-849C-ECB12910C1ED}" presName="L2TextContainer" presStyleLbl="bgAccFollowNode1" presStyleIdx="1" presStyleCnt="4"/>
      <dgm:spPr/>
    </dgm:pt>
    <dgm:pt modelId="{2398155E-E6D2-2447-91BF-DF8D56F1AF77}" type="pres">
      <dgm:prSet presAssocID="{7EC3AFE8-3706-496B-849C-ECB12910C1ED}" presName="FlexibleEmptyPlaceHolder" presStyleCnt="0"/>
      <dgm:spPr/>
    </dgm:pt>
    <dgm:pt modelId="{CFF8AA34-AD40-C044-AE52-58EFCA3E0B72}" type="pres">
      <dgm:prSet presAssocID="{7EC3AFE8-3706-496B-849C-ECB12910C1ED}" presName="ConnectLine" presStyleLbl="sibTrans1D1" presStyleIdx="1" presStyleCnt="4"/>
      <dgm:spPr/>
    </dgm:pt>
    <dgm:pt modelId="{A1B76AA4-762C-A148-A265-D93CC1AB7689}" type="pres">
      <dgm:prSet presAssocID="{7EC3AFE8-3706-496B-849C-ECB12910C1ED}" presName="ConnectorPoint" presStyleLbl="node1" presStyleIdx="1" presStyleCnt="4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59FA28A4-798C-D444-A3F4-FEB7A71AEB5E}" type="pres">
      <dgm:prSet presAssocID="{7EC3AFE8-3706-496B-849C-ECB12910C1ED}" presName="EmptyPlaceHolder" presStyleCnt="0"/>
      <dgm:spPr/>
    </dgm:pt>
    <dgm:pt modelId="{84008205-ADDC-EE40-B837-6B0F9BCEB769}" type="pres">
      <dgm:prSet presAssocID="{9D8D7BDA-3515-44C1-9D16-C733CA4DA1B8}" presName="spaceBetweenRectangles" presStyleCnt="0"/>
      <dgm:spPr/>
    </dgm:pt>
    <dgm:pt modelId="{3131BF97-4E6F-BF4E-A0F4-267D0EC2E389}" type="pres">
      <dgm:prSet presAssocID="{44554D4A-8051-472E-9D8B-3BC53B5D9A79}" presName="composite" presStyleCnt="0"/>
      <dgm:spPr/>
    </dgm:pt>
    <dgm:pt modelId="{D0C25299-78AC-9C43-A2A0-08FE3733FAFD}" type="pres">
      <dgm:prSet presAssocID="{44554D4A-8051-472E-9D8B-3BC53B5D9A79}" presName="L1TextContainer" presStyleLbl="alignNode1" presStyleIdx="2" presStyleCnt="4">
        <dgm:presLayoutVars>
          <dgm:chMax val="1"/>
          <dgm:chPref val="1"/>
          <dgm:bulletEnabled val="1"/>
        </dgm:presLayoutVars>
      </dgm:prSet>
      <dgm:spPr/>
    </dgm:pt>
    <dgm:pt modelId="{9AFF75A0-0C2D-7E4C-9FFD-A241801872AE}" type="pres">
      <dgm:prSet presAssocID="{44554D4A-8051-472E-9D8B-3BC53B5D9A79}" presName="L2TextContainerWrapper" presStyleCnt="0">
        <dgm:presLayoutVars>
          <dgm:bulletEnabled val="1"/>
        </dgm:presLayoutVars>
      </dgm:prSet>
      <dgm:spPr/>
    </dgm:pt>
    <dgm:pt modelId="{01310E04-4F21-5D48-AD9D-422830D7D783}" type="pres">
      <dgm:prSet presAssocID="{44554D4A-8051-472E-9D8B-3BC53B5D9A79}" presName="L2TextContainer" presStyleLbl="bgAccFollowNode1" presStyleIdx="2" presStyleCnt="4"/>
      <dgm:spPr/>
    </dgm:pt>
    <dgm:pt modelId="{B846C68C-2555-6A40-AAF6-86952AC1C747}" type="pres">
      <dgm:prSet presAssocID="{44554D4A-8051-472E-9D8B-3BC53B5D9A79}" presName="FlexibleEmptyPlaceHolder" presStyleCnt="0"/>
      <dgm:spPr/>
    </dgm:pt>
    <dgm:pt modelId="{8F1D9B62-7236-EE41-86FC-46293E2A5AAC}" type="pres">
      <dgm:prSet presAssocID="{44554D4A-8051-472E-9D8B-3BC53B5D9A79}" presName="ConnectLine" presStyleLbl="sibTrans1D1" presStyleIdx="2" presStyleCnt="4"/>
      <dgm:spPr/>
    </dgm:pt>
    <dgm:pt modelId="{4633BE86-39B7-D84E-B2DF-2F0BAA8F4B87}" type="pres">
      <dgm:prSet presAssocID="{44554D4A-8051-472E-9D8B-3BC53B5D9A79}" presName="ConnectorPoint" presStyleLbl="node1" presStyleIdx="2" presStyleCnt="4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4CC250BB-4C39-6049-9429-2D5DEFB432AD}" type="pres">
      <dgm:prSet presAssocID="{44554D4A-8051-472E-9D8B-3BC53B5D9A79}" presName="EmptyPlaceHolder" presStyleCnt="0"/>
      <dgm:spPr/>
    </dgm:pt>
    <dgm:pt modelId="{94C74957-BE8A-E54B-8ECC-44E8F56565B8}" type="pres">
      <dgm:prSet presAssocID="{6BCCA4DC-DFA5-451D-9ABE-523DDF3F6B23}" presName="spaceBetweenRectangles" presStyleCnt="0"/>
      <dgm:spPr/>
    </dgm:pt>
    <dgm:pt modelId="{60A2C7CD-3D36-CE47-851D-192D908DCA3C}" type="pres">
      <dgm:prSet presAssocID="{90B290C9-DEF5-4A22-837A-0616EC13FC69}" presName="composite" presStyleCnt="0"/>
      <dgm:spPr/>
    </dgm:pt>
    <dgm:pt modelId="{9D16D682-105C-894F-9575-279901ACD859}" type="pres">
      <dgm:prSet presAssocID="{90B290C9-DEF5-4A22-837A-0616EC13FC69}" presName="L1TextContainer" presStyleLbl="alignNode1" presStyleIdx="3" presStyleCnt="4">
        <dgm:presLayoutVars>
          <dgm:chMax val="1"/>
          <dgm:chPref val="1"/>
          <dgm:bulletEnabled val="1"/>
        </dgm:presLayoutVars>
      </dgm:prSet>
      <dgm:spPr/>
    </dgm:pt>
    <dgm:pt modelId="{D6F4FA59-1268-234B-BE6B-BE01A8972AD0}" type="pres">
      <dgm:prSet presAssocID="{90B290C9-DEF5-4A22-837A-0616EC13FC69}" presName="L2TextContainerWrapper" presStyleCnt="0">
        <dgm:presLayoutVars>
          <dgm:bulletEnabled val="1"/>
        </dgm:presLayoutVars>
      </dgm:prSet>
      <dgm:spPr/>
    </dgm:pt>
    <dgm:pt modelId="{8039119E-50B1-0640-AF0B-201D1598786E}" type="pres">
      <dgm:prSet presAssocID="{90B290C9-DEF5-4A22-837A-0616EC13FC69}" presName="L2TextContainer" presStyleLbl="bgAccFollowNode1" presStyleIdx="3" presStyleCnt="4"/>
      <dgm:spPr/>
    </dgm:pt>
    <dgm:pt modelId="{9CCB5FFB-8C6C-7946-9C50-293684FCB14E}" type="pres">
      <dgm:prSet presAssocID="{90B290C9-DEF5-4A22-837A-0616EC13FC69}" presName="FlexibleEmptyPlaceHolder" presStyleCnt="0"/>
      <dgm:spPr/>
    </dgm:pt>
    <dgm:pt modelId="{33054D81-C483-3B42-BAAD-0AD93F48C3E2}" type="pres">
      <dgm:prSet presAssocID="{90B290C9-DEF5-4A22-837A-0616EC13FC69}" presName="ConnectLine" presStyleLbl="sibTrans1D1" presStyleIdx="3" presStyleCnt="4"/>
      <dgm:spPr/>
    </dgm:pt>
    <dgm:pt modelId="{DD4D1713-AF4B-2D4C-A85D-9E1B1EF87C9D}" type="pres">
      <dgm:prSet presAssocID="{90B290C9-DEF5-4A22-837A-0616EC13FC69}" presName="ConnectorPoint" presStyleLbl="node1" presStyleIdx="3" presStyleCnt="4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85209CBC-879C-CD48-AA75-DEAF46047CD9}" type="pres">
      <dgm:prSet presAssocID="{90B290C9-DEF5-4A22-837A-0616EC13FC69}" presName="EmptyPlaceHolder" presStyleCnt="0"/>
      <dgm:spPr/>
    </dgm:pt>
  </dgm:ptLst>
  <dgm:cxnLst>
    <dgm:cxn modelId="{798B4A00-0FF8-0543-9D89-E623CC3C6947}" type="presOf" srcId="{DBC5F9CA-ACEA-48B9-856E-FFD901579670}" destId="{01310E04-4F21-5D48-AD9D-422830D7D783}" srcOrd="0" destOrd="1" presId="urn:microsoft.com/office/officeart/2017/3/layout/HorizontalLabelsTimeline"/>
    <dgm:cxn modelId="{D3238C02-7EFE-BF46-9A15-0165F66E4BF8}" type="presOf" srcId="{7EC3AFE8-3706-496B-849C-ECB12910C1ED}" destId="{C5BAB8CC-07F0-3D4D-B4AB-FDC903AA2534}" srcOrd="0" destOrd="0" presId="urn:microsoft.com/office/officeart/2017/3/layout/HorizontalLabelsTimeline"/>
    <dgm:cxn modelId="{7F8F1B0D-1CFD-43F3-964F-141A8680293E}" srcId="{F8EC77C0-3C50-43EB-8CC5-415D8BE63D0B}" destId="{DBC5F9CA-ACEA-48B9-856E-FFD901579670}" srcOrd="0" destOrd="0" parTransId="{5DD21C1E-A1C4-452C-9758-E1DA718C4148}" sibTransId="{1BE0E54D-95FE-4314-837E-17BE0079EF3B}"/>
    <dgm:cxn modelId="{3CD66B13-FE25-4BD7-80F8-7304CF67468B}" srcId="{7EC3AFE8-3706-496B-849C-ECB12910C1ED}" destId="{8FB21D3E-546F-4276-9733-B8116A5AD405}" srcOrd="0" destOrd="0" parTransId="{E4445465-4550-4F90-BC7E-57A81937435B}" sibTransId="{77362D03-BFB9-41E9-BCF6-D6EC0D65C9D8}"/>
    <dgm:cxn modelId="{426C1D14-E333-4637-B694-6EAFF7D050BB}" srcId="{90B290C9-DEF5-4A22-837A-0616EC13FC69}" destId="{42143C00-1DBC-4732-8E81-E58592AFF2E3}" srcOrd="0" destOrd="0" parTransId="{1E6977CD-AEF5-4F8F-A695-054A577E1361}" sibTransId="{AAAE81BD-9ACB-40FC-9BB3-97CA16073353}"/>
    <dgm:cxn modelId="{56085114-AC1C-4448-8B0D-9F30CD71B3F7}" srcId="{D6122C20-8E6C-4B75-9D6A-104FD139167C}" destId="{44554D4A-8051-472E-9D8B-3BC53B5D9A79}" srcOrd="2" destOrd="0" parTransId="{3DAACF43-447A-4B6F-B897-A218E4E34BFC}" sibTransId="{6BCCA4DC-DFA5-451D-9ABE-523DDF3F6B23}"/>
    <dgm:cxn modelId="{EE92811C-629E-44E5-95C2-3D667E258510}" srcId="{D6122C20-8E6C-4B75-9D6A-104FD139167C}" destId="{E8D0BC9D-9D07-4500-A757-D2E0FD759107}" srcOrd="0" destOrd="0" parTransId="{B40C5A1D-1F08-448E-A3F2-96BC565567BD}" sibTransId="{1B38568A-8D65-470B-8F06-86F69148C3CC}"/>
    <dgm:cxn modelId="{4CB83C25-3BDD-B944-85CD-3726A1C451A2}" type="presOf" srcId="{F8EC77C0-3C50-43EB-8CC5-415D8BE63D0B}" destId="{01310E04-4F21-5D48-AD9D-422830D7D783}" srcOrd="0" destOrd="0" presId="urn:microsoft.com/office/officeart/2017/3/layout/HorizontalLabelsTimeline"/>
    <dgm:cxn modelId="{B11A8041-85BE-E54D-AFE9-FAEC0D8B2425}" type="presOf" srcId="{44554D4A-8051-472E-9D8B-3BC53B5D9A79}" destId="{D0C25299-78AC-9C43-A2A0-08FE3733FAFD}" srcOrd="0" destOrd="0" presId="urn:microsoft.com/office/officeart/2017/3/layout/HorizontalLabelsTimeline"/>
    <dgm:cxn modelId="{4F65BD5F-A0D7-484F-BD83-4694CED2FA5B}" type="presOf" srcId="{90B290C9-DEF5-4A22-837A-0616EC13FC69}" destId="{9D16D682-105C-894F-9575-279901ACD859}" srcOrd="0" destOrd="0" presId="urn:microsoft.com/office/officeart/2017/3/layout/HorizontalLabelsTimeline"/>
    <dgm:cxn modelId="{DE6E906C-94D5-493A-A95F-24D2BACF0040}" srcId="{D6122C20-8E6C-4B75-9D6A-104FD139167C}" destId="{7EC3AFE8-3706-496B-849C-ECB12910C1ED}" srcOrd="1" destOrd="0" parTransId="{2F157FFC-BA41-4822-8BB9-BA20520E1018}" sibTransId="{9D8D7BDA-3515-44C1-9D16-C733CA4DA1B8}"/>
    <dgm:cxn modelId="{B8659391-C734-4358-8EC2-AB42182AF1AC}" srcId="{D6122C20-8E6C-4B75-9D6A-104FD139167C}" destId="{90B290C9-DEF5-4A22-837A-0616EC13FC69}" srcOrd="3" destOrd="0" parTransId="{AD365182-1850-4EB5-86F0-AA90B93CF130}" sibTransId="{EEE24269-4DBC-400B-AD39-CEDA0D681CFF}"/>
    <dgm:cxn modelId="{8814029B-98AD-B54A-9CDC-27ABD97153BD}" type="presOf" srcId="{BBD6BD3E-9F13-42FE-AE67-CEE616073329}" destId="{166AA6BC-0FEA-CC4E-A0B7-D6800587FC21}" srcOrd="0" destOrd="0" presId="urn:microsoft.com/office/officeart/2017/3/layout/HorizontalLabelsTimeline"/>
    <dgm:cxn modelId="{E5297EA9-44CF-4465-89FC-489C917CEE89}" srcId="{42143C00-1DBC-4732-8E81-E58592AFF2E3}" destId="{B2FDB4C7-E9C2-47F2-9FA1-F4042D02BBEA}" srcOrd="0" destOrd="0" parTransId="{F10491E1-8FA6-4E07-86C3-0BD09940EDD3}" sibTransId="{A8B13601-0F0B-4F08-9D63-3E2151B732FD}"/>
    <dgm:cxn modelId="{9626F7A9-463A-0B4F-942B-8B07EB4D4441}" type="presOf" srcId="{42143C00-1DBC-4732-8E81-E58592AFF2E3}" destId="{8039119E-50B1-0640-AF0B-201D1598786E}" srcOrd="0" destOrd="0" presId="urn:microsoft.com/office/officeart/2017/3/layout/HorizontalLabelsTimeline"/>
    <dgm:cxn modelId="{D07B40C4-031D-5347-A783-3120A0F990EA}" type="presOf" srcId="{B2FDB4C7-E9C2-47F2-9FA1-F4042D02BBEA}" destId="{8039119E-50B1-0640-AF0B-201D1598786E}" srcOrd="0" destOrd="1" presId="urn:microsoft.com/office/officeart/2017/3/layout/HorizontalLabelsTimeline"/>
    <dgm:cxn modelId="{4926E9CF-397C-0641-A19F-C9F310BE4605}" type="presOf" srcId="{D6122C20-8E6C-4B75-9D6A-104FD139167C}" destId="{760AFFE8-E12A-1E4D-A996-9F805DBA4228}" srcOrd="0" destOrd="0" presId="urn:microsoft.com/office/officeart/2017/3/layout/HorizontalLabelsTimeline"/>
    <dgm:cxn modelId="{D5FB53E2-B5C9-4833-9590-1030F5DB1166}" srcId="{E8D0BC9D-9D07-4500-A757-D2E0FD759107}" destId="{BBD6BD3E-9F13-42FE-AE67-CEE616073329}" srcOrd="0" destOrd="0" parTransId="{89960C77-D444-4CB4-A02F-D88DAD955AE8}" sibTransId="{16B594F8-95AE-44A4-A729-246BBEFC0C43}"/>
    <dgm:cxn modelId="{B27265E6-30BB-984B-8641-160E33818579}" type="presOf" srcId="{E8D0BC9D-9D07-4500-A757-D2E0FD759107}" destId="{4201E355-98F9-2E4F-B346-7374EED709A2}" srcOrd="0" destOrd="0" presId="urn:microsoft.com/office/officeart/2017/3/layout/HorizontalLabelsTimeline"/>
    <dgm:cxn modelId="{BC3F46EC-6B40-9A44-AA5F-461D1D68A4B7}" type="presOf" srcId="{8FB21D3E-546F-4276-9733-B8116A5AD405}" destId="{A4DA3A49-3C87-4D47-9277-6576E64B5068}" srcOrd="0" destOrd="0" presId="urn:microsoft.com/office/officeart/2017/3/layout/HorizontalLabelsTimeline"/>
    <dgm:cxn modelId="{D3B8A1FE-8CF9-42B4-A3F2-FB4DDB16EB77}" srcId="{44554D4A-8051-472E-9D8B-3BC53B5D9A79}" destId="{F8EC77C0-3C50-43EB-8CC5-415D8BE63D0B}" srcOrd="0" destOrd="0" parTransId="{0C192590-6307-4492-ADD0-D9CD4B409CBC}" sibTransId="{202CBEF1-1E76-453B-9864-2F14DF2B48BE}"/>
    <dgm:cxn modelId="{8B8AA32A-CE4A-124E-AAA0-972CBB43C5D0}" type="presParOf" srcId="{760AFFE8-E12A-1E4D-A996-9F805DBA4228}" destId="{50112DED-78D8-A74A-8AFF-AD8BF1A76937}" srcOrd="0" destOrd="0" presId="urn:microsoft.com/office/officeart/2017/3/layout/HorizontalLabelsTimeline"/>
    <dgm:cxn modelId="{F61CB9E9-A2B7-B144-B212-20C390F1AC68}" type="presParOf" srcId="{760AFFE8-E12A-1E4D-A996-9F805DBA4228}" destId="{7CCBAC95-6128-E542-8067-1AC45DE0B148}" srcOrd="1" destOrd="0" presId="urn:microsoft.com/office/officeart/2017/3/layout/HorizontalLabelsTimeline"/>
    <dgm:cxn modelId="{EA479DA3-C215-1E4C-93F9-4B62AF396585}" type="presParOf" srcId="{7CCBAC95-6128-E542-8067-1AC45DE0B148}" destId="{58C56CE4-C0D8-4147-95C8-265864DC04AA}" srcOrd="0" destOrd="0" presId="urn:microsoft.com/office/officeart/2017/3/layout/HorizontalLabelsTimeline"/>
    <dgm:cxn modelId="{07E9213E-46FF-A947-9E7D-AE549304666F}" type="presParOf" srcId="{58C56CE4-C0D8-4147-95C8-265864DC04AA}" destId="{4201E355-98F9-2E4F-B346-7374EED709A2}" srcOrd="0" destOrd="0" presId="urn:microsoft.com/office/officeart/2017/3/layout/HorizontalLabelsTimeline"/>
    <dgm:cxn modelId="{C346F296-9868-AF48-94D2-B35745037CA8}" type="presParOf" srcId="{58C56CE4-C0D8-4147-95C8-265864DC04AA}" destId="{41D803D7-3B41-9743-9A6B-BB18BBB78B2F}" srcOrd="1" destOrd="0" presId="urn:microsoft.com/office/officeart/2017/3/layout/HorizontalLabelsTimeline"/>
    <dgm:cxn modelId="{7D8AFFCD-67C7-FF47-B0A1-F9F9C776AB40}" type="presParOf" srcId="{41D803D7-3B41-9743-9A6B-BB18BBB78B2F}" destId="{166AA6BC-0FEA-CC4E-A0B7-D6800587FC21}" srcOrd="0" destOrd="0" presId="urn:microsoft.com/office/officeart/2017/3/layout/HorizontalLabelsTimeline"/>
    <dgm:cxn modelId="{3CED1F35-55D3-9F44-85CA-53DDA0497CB4}" type="presParOf" srcId="{41D803D7-3B41-9743-9A6B-BB18BBB78B2F}" destId="{B55C72D3-D4D2-6B4B-8CF7-CC2943567C94}" srcOrd="1" destOrd="0" presId="urn:microsoft.com/office/officeart/2017/3/layout/HorizontalLabelsTimeline"/>
    <dgm:cxn modelId="{D7562F58-43B6-3F4F-80E9-AB78E9E62581}" type="presParOf" srcId="{58C56CE4-C0D8-4147-95C8-265864DC04AA}" destId="{30C8FE4F-38EA-6440-B1CD-2B010B601201}" srcOrd="2" destOrd="0" presId="urn:microsoft.com/office/officeart/2017/3/layout/HorizontalLabelsTimeline"/>
    <dgm:cxn modelId="{636B08BA-1CFE-004B-A88E-266A636D68CF}" type="presParOf" srcId="{58C56CE4-C0D8-4147-95C8-265864DC04AA}" destId="{20408E1D-DF35-024D-91DE-06709E89E2EC}" srcOrd="3" destOrd="0" presId="urn:microsoft.com/office/officeart/2017/3/layout/HorizontalLabelsTimeline"/>
    <dgm:cxn modelId="{553B6E05-A974-0B46-89CB-461530F3ECA1}" type="presParOf" srcId="{58C56CE4-C0D8-4147-95C8-265864DC04AA}" destId="{EB73CE06-B11E-E346-B4DA-ED3F473587D4}" srcOrd="4" destOrd="0" presId="urn:microsoft.com/office/officeart/2017/3/layout/HorizontalLabelsTimeline"/>
    <dgm:cxn modelId="{70EE94E6-D4BF-9649-A683-A23BF0C86227}" type="presParOf" srcId="{7CCBAC95-6128-E542-8067-1AC45DE0B148}" destId="{6EDF4FB7-DC18-B641-8619-6460892D3006}" srcOrd="1" destOrd="0" presId="urn:microsoft.com/office/officeart/2017/3/layout/HorizontalLabelsTimeline"/>
    <dgm:cxn modelId="{060FF936-9B6D-7F45-A6F7-E16707A20B56}" type="presParOf" srcId="{7CCBAC95-6128-E542-8067-1AC45DE0B148}" destId="{25CA1D98-7C34-EE4A-87BA-54F3E7262EED}" srcOrd="2" destOrd="0" presId="urn:microsoft.com/office/officeart/2017/3/layout/HorizontalLabelsTimeline"/>
    <dgm:cxn modelId="{980A7B73-82AC-6948-BC50-4B22EBA4A934}" type="presParOf" srcId="{25CA1D98-7C34-EE4A-87BA-54F3E7262EED}" destId="{C5BAB8CC-07F0-3D4D-B4AB-FDC903AA2534}" srcOrd="0" destOrd="0" presId="urn:microsoft.com/office/officeart/2017/3/layout/HorizontalLabelsTimeline"/>
    <dgm:cxn modelId="{5713E914-BB3A-BF4C-80AA-6E58ADB13853}" type="presParOf" srcId="{25CA1D98-7C34-EE4A-87BA-54F3E7262EED}" destId="{5874A635-8E69-2A4E-ABDB-33AD84CCBDC9}" srcOrd="1" destOrd="0" presId="urn:microsoft.com/office/officeart/2017/3/layout/HorizontalLabelsTimeline"/>
    <dgm:cxn modelId="{5A98B3B2-EEB5-B848-B5D6-4BC7D2AED4C9}" type="presParOf" srcId="{5874A635-8E69-2A4E-ABDB-33AD84CCBDC9}" destId="{A4DA3A49-3C87-4D47-9277-6576E64B5068}" srcOrd="0" destOrd="0" presId="urn:microsoft.com/office/officeart/2017/3/layout/HorizontalLabelsTimeline"/>
    <dgm:cxn modelId="{7BEAFD58-3D4F-7541-A426-D527065B32C6}" type="presParOf" srcId="{5874A635-8E69-2A4E-ABDB-33AD84CCBDC9}" destId="{2398155E-E6D2-2447-91BF-DF8D56F1AF77}" srcOrd="1" destOrd="0" presId="urn:microsoft.com/office/officeart/2017/3/layout/HorizontalLabelsTimeline"/>
    <dgm:cxn modelId="{544BF4ED-0BC8-BF43-8CCD-F306D51665D1}" type="presParOf" srcId="{25CA1D98-7C34-EE4A-87BA-54F3E7262EED}" destId="{CFF8AA34-AD40-C044-AE52-58EFCA3E0B72}" srcOrd="2" destOrd="0" presId="urn:microsoft.com/office/officeart/2017/3/layout/HorizontalLabelsTimeline"/>
    <dgm:cxn modelId="{91CFCA73-A82B-6045-A708-C899645A8446}" type="presParOf" srcId="{25CA1D98-7C34-EE4A-87BA-54F3E7262EED}" destId="{A1B76AA4-762C-A148-A265-D93CC1AB7689}" srcOrd="3" destOrd="0" presId="urn:microsoft.com/office/officeart/2017/3/layout/HorizontalLabelsTimeline"/>
    <dgm:cxn modelId="{2A340A54-783F-604C-B9EA-2785061905AD}" type="presParOf" srcId="{25CA1D98-7C34-EE4A-87BA-54F3E7262EED}" destId="{59FA28A4-798C-D444-A3F4-FEB7A71AEB5E}" srcOrd="4" destOrd="0" presId="urn:microsoft.com/office/officeart/2017/3/layout/HorizontalLabelsTimeline"/>
    <dgm:cxn modelId="{F9C6AD8B-BE38-CD41-90DE-7D484B5685A0}" type="presParOf" srcId="{7CCBAC95-6128-E542-8067-1AC45DE0B148}" destId="{84008205-ADDC-EE40-B837-6B0F9BCEB769}" srcOrd="3" destOrd="0" presId="urn:microsoft.com/office/officeart/2017/3/layout/HorizontalLabelsTimeline"/>
    <dgm:cxn modelId="{F7F4B371-955D-084F-8682-7DEE18227AF0}" type="presParOf" srcId="{7CCBAC95-6128-E542-8067-1AC45DE0B148}" destId="{3131BF97-4E6F-BF4E-A0F4-267D0EC2E389}" srcOrd="4" destOrd="0" presId="urn:microsoft.com/office/officeart/2017/3/layout/HorizontalLabelsTimeline"/>
    <dgm:cxn modelId="{DF01CEB8-90CB-C54C-94A3-8E5D4F9A6A76}" type="presParOf" srcId="{3131BF97-4E6F-BF4E-A0F4-267D0EC2E389}" destId="{D0C25299-78AC-9C43-A2A0-08FE3733FAFD}" srcOrd="0" destOrd="0" presId="urn:microsoft.com/office/officeart/2017/3/layout/HorizontalLabelsTimeline"/>
    <dgm:cxn modelId="{BA731F63-F40F-154C-B156-ADB63925479A}" type="presParOf" srcId="{3131BF97-4E6F-BF4E-A0F4-267D0EC2E389}" destId="{9AFF75A0-0C2D-7E4C-9FFD-A241801872AE}" srcOrd="1" destOrd="0" presId="urn:microsoft.com/office/officeart/2017/3/layout/HorizontalLabelsTimeline"/>
    <dgm:cxn modelId="{F9CE0779-491B-E941-A104-BAAAD4298EDE}" type="presParOf" srcId="{9AFF75A0-0C2D-7E4C-9FFD-A241801872AE}" destId="{01310E04-4F21-5D48-AD9D-422830D7D783}" srcOrd="0" destOrd="0" presId="urn:microsoft.com/office/officeart/2017/3/layout/HorizontalLabelsTimeline"/>
    <dgm:cxn modelId="{2AF7B564-5EA5-DD4B-A336-F1AD9028D533}" type="presParOf" srcId="{9AFF75A0-0C2D-7E4C-9FFD-A241801872AE}" destId="{B846C68C-2555-6A40-AAF6-86952AC1C747}" srcOrd="1" destOrd="0" presId="urn:microsoft.com/office/officeart/2017/3/layout/HorizontalLabelsTimeline"/>
    <dgm:cxn modelId="{57C4AF11-D090-DF46-8F13-2F6FB9B773E3}" type="presParOf" srcId="{3131BF97-4E6F-BF4E-A0F4-267D0EC2E389}" destId="{8F1D9B62-7236-EE41-86FC-46293E2A5AAC}" srcOrd="2" destOrd="0" presId="urn:microsoft.com/office/officeart/2017/3/layout/HorizontalLabelsTimeline"/>
    <dgm:cxn modelId="{26D770E1-7B88-0549-B830-B6DF935C5D0A}" type="presParOf" srcId="{3131BF97-4E6F-BF4E-A0F4-267D0EC2E389}" destId="{4633BE86-39B7-D84E-B2DF-2F0BAA8F4B87}" srcOrd="3" destOrd="0" presId="urn:microsoft.com/office/officeart/2017/3/layout/HorizontalLabelsTimeline"/>
    <dgm:cxn modelId="{95764CC3-B105-4C41-983D-11B4182BA510}" type="presParOf" srcId="{3131BF97-4E6F-BF4E-A0F4-267D0EC2E389}" destId="{4CC250BB-4C39-6049-9429-2D5DEFB432AD}" srcOrd="4" destOrd="0" presId="urn:microsoft.com/office/officeart/2017/3/layout/HorizontalLabelsTimeline"/>
    <dgm:cxn modelId="{20A958DF-F67F-EF4D-A3A9-8133640C55A1}" type="presParOf" srcId="{7CCBAC95-6128-E542-8067-1AC45DE0B148}" destId="{94C74957-BE8A-E54B-8ECC-44E8F56565B8}" srcOrd="5" destOrd="0" presId="urn:microsoft.com/office/officeart/2017/3/layout/HorizontalLabelsTimeline"/>
    <dgm:cxn modelId="{32544F02-BCC3-1E4B-B540-849675426F75}" type="presParOf" srcId="{7CCBAC95-6128-E542-8067-1AC45DE0B148}" destId="{60A2C7CD-3D36-CE47-851D-192D908DCA3C}" srcOrd="6" destOrd="0" presId="urn:microsoft.com/office/officeart/2017/3/layout/HorizontalLabelsTimeline"/>
    <dgm:cxn modelId="{E77ABFA6-B063-C24C-A448-FFBA39F1FAE7}" type="presParOf" srcId="{60A2C7CD-3D36-CE47-851D-192D908DCA3C}" destId="{9D16D682-105C-894F-9575-279901ACD859}" srcOrd="0" destOrd="0" presId="urn:microsoft.com/office/officeart/2017/3/layout/HorizontalLabelsTimeline"/>
    <dgm:cxn modelId="{ADC2E79A-44D8-C64C-8278-F3AFE8CE863D}" type="presParOf" srcId="{60A2C7CD-3D36-CE47-851D-192D908DCA3C}" destId="{D6F4FA59-1268-234B-BE6B-BE01A8972AD0}" srcOrd="1" destOrd="0" presId="urn:microsoft.com/office/officeart/2017/3/layout/HorizontalLabelsTimeline"/>
    <dgm:cxn modelId="{E6492955-BB02-7644-BB6C-5EA215DA0445}" type="presParOf" srcId="{D6F4FA59-1268-234B-BE6B-BE01A8972AD0}" destId="{8039119E-50B1-0640-AF0B-201D1598786E}" srcOrd="0" destOrd="0" presId="urn:microsoft.com/office/officeart/2017/3/layout/HorizontalLabelsTimeline"/>
    <dgm:cxn modelId="{29EC0999-6593-3248-9E57-BAAA26115516}" type="presParOf" srcId="{D6F4FA59-1268-234B-BE6B-BE01A8972AD0}" destId="{9CCB5FFB-8C6C-7946-9C50-293684FCB14E}" srcOrd="1" destOrd="0" presId="urn:microsoft.com/office/officeart/2017/3/layout/HorizontalLabelsTimeline"/>
    <dgm:cxn modelId="{8CE98BD3-3580-8A47-AACC-54AEF1DA01C3}" type="presParOf" srcId="{60A2C7CD-3D36-CE47-851D-192D908DCA3C}" destId="{33054D81-C483-3B42-BAAD-0AD93F48C3E2}" srcOrd="2" destOrd="0" presId="urn:microsoft.com/office/officeart/2017/3/layout/HorizontalLabelsTimeline"/>
    <dgm:cxn modelId="{8280B49D-F38E-9049-ACD1-D52EA43B84D1}" type="presParOf" srcId="{60A2C7CD-3D36-CE47-851D-192D908DCA3C}" destId="{DD4D1713-AF4B-2D4C-A85D-9E1B1EF87C9D}" srcOrd="3" destOrd="0" presId="urn:microsoft.com/office/officeart/2017/3/layout/HorizontalLabelsTimeline"/>
    <dgm:cxn modelId="{E53EDFEB-CDBD-934B-8CEB-DE2828F269DB}" type="presParOf" srcId="{60A2C7CD-3D36-CE47-851D-192D908DCA3C}" destId="{85209CBC-879C-CD48-AA75-DEAF46047CD9}" srcOrd="4" destOrd="0" presId="urn:microsoft.com/office/officeart/2017/3/layout/HorizontalLabelsTimeline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6122C20-8E6C-4B75-9D6A-104FD139167C}" type="doc">
      <dgm:prSet loTypeId="urn:microsoft.com/office/officeart/2017/3/layout/HorizontalLabelsTimeline" loCatId="process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8D0BC9D-9D07-4500-A757-D2E0FD759107}">
      <dgm:prSet/>
      <dgm:spPr/>
      <dgm:t>
        <a:bodyPr/>
        <a:lstStyle/>
        <a:p>
          <a:pPr>
            <a:defRPr b="1"/>
          </a:pPr>
          <a:r>
            <a:rPr lang="en-US" dirty="0"/>
            <a:t>Mar. 2020</a:t>
          </a:r>
        </a:p>
      </dgm:t>
    </dgm:pt>
    <dgm:pt modelId="{B40C5A1D-1F08-448E-A3F2-96BC565567BD}" type="parTrans" cxnId="{EE92811C-629E-44E5-95C2-3D667E258510}">
      <dgm:prSet/>
      <dgm:spPr/>
      <dgm:t>
        <a:bodyPr/>
        <a:lstStyle/>
        <a:p>
          <a:endParaRPr lang="en-US"/>
        </a:p>
      </dgm:t>
    </dgm:pt>
    <dgm:pt modelId="{1B38568A-8D65-470B-8F06-86F69148C3CC}" type="sibTrans" cxnId="{EE92811C-629E-44E5-95C2-3D667E258510}">
      <dgm:prSet/>
      <dgm:spPr/>
      <dgm:t>
        <a:bodyPr/>
        <a:lstStyle/>
        <a:p>
          <a:endParaRPr lang="en-US"/>
        </a:p>
      </dgm:t>
    </dgm:pt>
    <dgm:pt modelId="{B67DFAA3-F887-9D40-A6E5-BF52B1AC2E9D}">
      <dgm:prSet/>
      <dgm:spPr/>
      <dgm:t>
        <a:bodyPr/>
        <a:lstStyle/>
        <a:p>
          <a:r>
            <a:rPr lang="en-US" dirty="0"/>
            <a:t>Pandemic Shutdown</a:t>
          </a:r>
        </a:p>
      </dgm:t>
    </dgm:pt>
    <dgm:pt modelId="{5D03B403-DBC3-A14F-90ED-382C8C950201}" type="parTrans" cxnId="{CC5EF2C5-5167-6D4E-BB95-19E18FF2F6C2}">
      <dgm:prSet/>
      <dgm:spPr/>
      <dgm:t>
        <a:bodyPr/>
        <a:lstStyle/>
        <a:p>
          <a:endParaRPr lang="en-US"/>
        </a:p>
      </dgm:t>
    </dgm:pt>
    <dgm:pt modelId="{78B35046-3306-BD46-9265-59657A134F66}" type="sibTrans" cxnId="{CC5EF2C5-5167-6D4E-BB95-19E18FF2F6C2}">
      <dgm:prSet/>
      <dgm:spPr/>
      <dgm:t>
        <a:bodyPr/>
        <a:lstStyle/>
        <a:p>
          <a:endParaRPr lang="en-US"/>
        </a:p>
      </dgm:t>
    </dgm:pt>
    <dgm:pt modelId="{E2154B45-422D-A347-A0D4-A119C821451D}">
      <dgm:prSet/>
      <dgm:spPr/>
      <dgm:t>
        <a:bodyPr/>
        <a:lstStyle/>
        <a:p>
          <a:pPr>
            <a:defRPr b="1"/>
          </a:pPr>
          <a:r>
            <a:rPr lang="en-US"/>
            <a:t>June 2020</a:t>
          </a:r>
        </a:p>
      </dgm:t>
    </dgm:pt>
    <dgm:pt modelId="{0F420AC8-E1B5-7448-9FC7-D74E61DC80B8}" type="parTrans" cxnId="{4A041528-9288-EF4B-8665-4EA46213822C}">
      <dgm:prSet/>
      <dgm:spPr/>
      <dgm:t>
        <a:bodyPr/>
        <a:lstStyle/>
        <a:p>
          <a:endParaRPr lang="en-US"/>
        </a:p>
      </dgm:t>
    </dgm:pt>
    <dgm:pt modelId="{7B26F596-1C74-7744-94FF-A2CF72CC734D}" type="sibTrans" cxnId="{4A041528-9288-EF4B-8665-4EA46213822C}">
      <dgm:prSet/>
      <dgm:spPr/>
      <dgm:t>
        <a:bodyPr/>
        <a:lstStyle/>
        <a:p>
          <a:endParaRPr lang="en-US"/>
        </a:p>
      </dgm:t>
    </dgm:pt>
    <dgm:pt modelId="{AB713AB3-4572-C746-B953-7744666AB368}">
      <dgm:prSet/>
      <dgm:spPr/>
      <dgm:t>
        <a:bodyPr/>
        <a:lstStyle/>
        <a:p>
          <a:r>
            <a:rPr lang="en-US"/>
            <a:t>Starts to rebound</a:t>
          </a:r>
        </a:p>
      </dgm:t>
    </dgm:pt>
    <dgm:pt modelId="{07DBAC3B-D0D5-8947-BD9B-BF7DBEF3E82C}" type="parTrans" cxnId="{5E1AE00A-6BFC-134D-A263-103E42F75263}">
      <dgm:prSet/>
      <dgm:spPr/>
      <dgm:t>
        <a:bodyPr/>
        <a:lstStyle/>
        <a:p>
          <a:endParaRPr lang="en-US"/>
        </a:p>
      </dgm:t>
    </dgm:pt>
    <dgm:pt modelId="{9D6F9F9F-1635-AE47-8CC3-2D13077F51C9}" type="sibTrans" cxnId="{5E1AE00A-6BFC-134D-A263-103E42F75263}">
      <dgm:prSet/>
      <dgm:spPr/>
      <dgm:t>
        <a:bodyPr/>
        <a:lstStyle/>
        <a:p>
          <a:endParaRPr lang="en-US"/>
        </a:p>
      </dgm:t>
    </dgm:pt>
    <dgm:pt modelId="{A006AA73-E75F-9249-9DCE-CF8B6F207B3C}">
      <dgm:prSet/>
      <dgm:spPr/>
      <dgm:t>
        <a:bodyPr/>
        <a:lstStyle/>
        <a:p>
          <a:pPr>
            <a:defRPr b="1"/>
          </a:pPr>
          <a:r>
            <a:rPr lang="en-US"/>
            <a:t>Dec. 2022</a:t>
          </a:r>
        </a:p>
      </dgm:t>
    </dgm:pt>
    <dgm:pt modelId="{77ED5DAC-CBDB-F94B-84DB-E4F499302B65}" type="parTrans" cxnId="{897CA86E-2D75-FE49-855E-BE377953E25B}">
      <dgm:prSet/>
      <dgm:spPr/>
      <dgm:t>
        <a:bodyPr/>
        <a:lstStyle/>
        <a:p>
          <a:endParaRPr lang="en-US"/>
        </a:p>
      </dgm:t>
    </dgm:pt>
    <dgm:pt modelId="{4F6ECECF-EA7E-0046-9537-BCB61B79D926}" type="sibTrans" cxnId="{897CA86E-2D75-FE49-855E-BE377953E25B}">
      <dgm:prSet/>
      <dgm:spPr/>
      <dgm:t>
        <a:bodyPr/>
        <a:lstStyle/>
        <a:p>
          <a:endParaRPr lang="en-US"/>
        </a:p>
      </dgm:t>
    </dgm:pt>
    <dgm:pt modelId="{E950A98E-7656-6242-A73E-67BCC7FE43FD}">
      <dgm:prSet/>
      <dgm:spPr/>
      <dgm:t>
        <a:bodyPr/>
        <a:lstStyle/>
        <a:p>
          <a:r>
            <a:rPr lang="en-US" dirty="0"/>
            <a:t>Drops again</a:t>
          </a:r>
        </a:p>
      </dgm:t>
    </dgm:pt>
    <dgm:pt modelId="{717EA620-CB85-3344-B270-9A48AD77D21E}" type="parTrans" cxnId="{3E6B226A-2C99-B54C-B11D-3176676E0373}">
      <dgm:prSet/>
      <dgm:spPr/>
      <dgm:t>
        <a:bodyPr/>
        <a:lstStyle/>
        <a:p>
          <a:endParaRPr lang="en-US"/>
        </a:p>
      </dgm:t>
    </dgm:pt>
    <dgm:pt modelId="{89A0C82B-0125-2A4B-B724-D57CE456F79B}" type="sibTrans" cxnId="{3E6B226A-2C99-B54C-B11D-3176676E0373}">
      <dgm:prSet/>
      <dgm:spPr/>
      <dgm:t>
        <a:bodyPr/>
        <a:lstStyle/>
        <a:p>
          <a:endParaRPr lang="en-US"/>
        </a:p>
      </dgm:t>
    </dgm:pt>
    <dgm:pt modelId="{BE113132-3CC1-644B-AB61-22BBFA8B26F6}">
      <dgm:prSet/>
      <dgm:spPr/>
      <dgm:t>
        <a:bodyPr/>
        <a:lstStyle/>
        <a:p>
          <a:pPr>
            <a:defRPr b="1"/>
          </a:pPr>
          <a:r>
            <a:rPr lang="en-US"/>
            <a:t>Jan. 2023</a:t>
          </a:r>
        </a:p>
      </dgm:t>
    </dgm:pt>
    <dgm:pt modelId="{F3C093AC-7D3E-EF4B-9B5C-AB5F30FFD099}" type="parTrans" cxnId="{CD0DE9FB-929A-6F45-A786-79FEEBE09F59}">
      <dgm:prSet/>
      <dgm:spPr/>
      <dgm:t>
        <a:bodyPr/>
        <a:lstStyle/>
        <a:p>
          <a:endParaRPr lang="en-US"/>
        </a:p>
      </dgm:t>
    </dgm:pt>
    <dgm:pt modelId="{57DB7616-AB1D-E746-BBF1-3FD0BA1B85B9}" type="sibTrans" cxnId="{CD0DE9FB-929A-6F45-A786-79FEEBE09F59}">
      <dgm:prSet/>
      <dgm:spPr/>
      <dgm:t>
        <a:bodyPr/>
        <a:lstStyle/>
        <a:p>
          <a:endParaRPr lang="en-US"/>
        </a:p>
      </dgm:t>
    </dgm:pt>
    <dgm:pt modelId="{D67C23FA-E0F8-CE4B-9E3F-D9509CD24479}">
      <dgm:prSet/>
      <dgm:spPr/>
      <dgm:t>
        <a:bodyPr/>
        <a:lstStyle/>
        <a:p>
          <a:r>
            <a:rPr lang="en-US" dirty="0"/>
            <a:t>Stock on the rise</a:t>
          </a:r>
        </a:p>
      </dgm:t>
    </dgm:pt>
    <dgm:pt modelId="{28B7E5F6-A209-EB40-92AD-B4339F42EF2A}" type="parTrans" cxnId="{C9900D6C-1EDD-104A-93AA-0EB759985E38}">
      <dgm:prSet/>
      <dgm:spPr/>
      <dgm:t>
        <a:bodyPr/>
        <a:lstStyle/>
        <a:p>
          <a:endParaRPr lang="en-US"/>
        </a:p>
      </dgm:t>
    </dgm:pt>
    <dgm:pt modelId="{5C919454-B620-144C-8FD7-136127B8073F}" type="sibTrans" cxnId="{C9900D6C-1EDD-104A-93AA-0EB759985E38}">
      <dgm:prSet/>
      <dgm:spPr/>
      <dgm:t>
        <a:bodyPr/>
        <a:lstStyle/>
        <a:p>
          <a:endParaRPr lang="en-US"/>
        </a:p>
      </dgm:t>
    </dgm:pt>
    <dgm:pt modelId="{760AFFE8-E12A-1E4D-A996-9F805DBA4228}" type="pres">
      <dgm:prSet presAssocID="{D6122C20-8E6C-4B75-9D6A-104FD139167C}" presName="root" presStyleCnt="0">
        <dgm:presLayoutVars>
          <dgm:chMax/>
          <dgm:chPref/>
          <dgm:animLvl val="lvl"/>
        </dgm:presLayoutVars>
      </dgm:prSet>
      <dgm:spPr/>
    </dgm:pt>
    <dgm:pt modelId="{50112DED-78D8-A74A-8AFF-AD8BF1A76937}" type="pres">
      <dgm:prSet presAssocID="{D6122C20-8E6C-4B75-9D6A-104FD139167C}" presName="divider" presStyleLbl="fgAcc1" presStyleIdx="0" presStyleCnt="1"/>
      <dgm:spPr/>
    </dgm:pt>
    <dgm:pt modelId="{7CCBAC95-6128-E542-8067-1AC45DE0B148}" type="pres">
      <dgm:prSet presAssocID="{D6122C20-8E6C-4B75-9D6A-104FD139167C}" presName="nodes" presStyleCnt="0">
        <dgm:presLayoutVars>
          <dgm:chMax/>
          <dgm:chPref/>
          <dgm:animLvl val="lvl"/>
        </dgm:presLayoutVars>
      </dgm:prSet>
      <dgm:spPr/>
    </dgm:pt>
    <dgm:pt modelId="{58C56CE4-C0D8-4147-95C8-265864DC04AA}" type="pres">
      <dgm:prSet presAssocID="{E8D0BC9D-9D07-4500-A757-D2E0FD759107}" presName="composite" presStyleCnt="0"/>
      <dgm:spPr/>
    </dgm:pt>
    <dgm:pt modelId="{4201E355-98F9-2E4F-B346-7374EED709A2}" type="pres">
      <dgm:prSet presAssocID="{E8D0BC9D-9D07-4500-A757-D2E0FD759107}" presName="L1TextContainer" presStyleLbl="alignNode1" presStyleIdx="0" presStyleCnt="4">
        <dgm:presLayoutVars>
          <dgm:chMax val="1"/>
          <dgm:chPref val="1"/>
          <dgm:bulletEnabled val="1"/>
        </dgm:presLayoutVars>
      </dgm:prSet>
      <dgm:spPr/>
    </dgm:pt>
    <dgm:pt modelId="{41D803D7-3B41-9743-9A6B-BB18BBB78B2F}" type="pres">
      <dgm:prSet presAssocID="{E8D0BC9D-9D07-4500-A757-D2E0FD759107}" presName="L2TextContainerWrapper" presStyleCnt="0">
        <dgm:presLayoutVars>
          <dgm:bulletEnabled val="1"/>
        </dgm:presLayoutVars>
      </dgm:prSet>
      <dgm:spPr/>
    </dgm:pt>
    <dgm:pt modelId="{166AA6BC-0FEA-CC4E-A0B7-D6800587FC21}" type="pres">
      <dgm:prSet presAssocID="{E8D0BC9D-9D07-4500-A757-D2E0FD759107}" presName="L2TextContainer" presStyleLbl="bgAccFollowNode1" presStyleIdx="0" presStyleCnt="4"/>
      <dgm:spPr/>
    </dgm:pt>
    <dgm:pt modelId="{B55C72D3-D4D2-6B4B-8CF7-CC2943567C94}" type="pres">
      <dgm:prSet presAssocID="{E8D0BC9D-9D07-4500-A757-D2E0FD759107}" presName="FlexibleEmptyPlaceHolder" presStyleCnt="0"/>
      <dgm:spPr/>
    </dgm:pt>
    <dgm:pt modelId="{30C8FE4F-38EA-6440-B1CD-2B010B601201}" type="pres">
      <dgm:prSet presAssocID="{E8D0BC9D-9D07-4500-A757-D2E0FD759107}" presName="ConnectLine" presStyleLbl="sibTrans1D1" presStyleIdx="0" presStyleCnt="4"/>
      <dgm:spPr/>
    </dgm:pt>
    <dgm:pt modelId="{20408E1D-DF35-024D-91DE-06709E89E2EC}" type="pres">
      <dgm:prSet presAssocID="{E8D0BC9D-9D07-4500-A757-D2E0FD759107}" presName="ConnectorPoint" presStyleLbl="node1" presStyleIdx="0" presStyleCnt="4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EB73CE06-B11E-E346-B4DA-ED3F473587D4}" type="pres">
      <dgm:prSet presAssocID="{E8D0BC9D-9D07-4500-A757-D2E0FD759107}" presName="EmptyPlaceHolder" presStyleCnt="0"/>
      <dgm:spPr/>
    </dgm:pt>
    <dgm:pt modelId="{6EDF4FB7-DC18-B641-8619-6460892D3006}" type="pres">
      <dgm:prSet presAssocID="{1B38568A-8D65-470B-8F06-86F69148C3CC}" presName="spaceBetweenRectangles" presStyleCnt="0"/>
      <dgm:spPr/>
    </dgm:pt>
    <dgm:pt modelId="{F1315546-05D0-B844-8212-5DC5595F0299}" type="pres">
      <dgm:prSet presAssocID="{E2154B45-422D-A347-A0D4-A119C821451D}" presName="composite" presStyleCnt="0"/>
      <dgm:spPr/>
    </dgm:pt>
    <dgm:pt modelId="{F89ABCAF-0E4B-0E40-A2B8-1E134C9ED0FE}" type="pres">
      <dgm:prSet presAssocID="{E2154B45-422D-A347-A0D4-A119C821451D}" presName="L1TextContainer" presStyleLbl="alignNode1" presStyleIdx="1" presStyleCnt="4">
        <dgm:presLayoutVars>
          <dgm:chMax val="1"/>
          <dgm:chPref val="1"/>
          <dgm:bulletEnabled val="1"/>
        </dgm:presLayoutVars>
      </dgm:prSet>
      <dgm:spPr/>
    </dgm:pt>
    <dgm:pt modelId="{90E74230-7EC7-2541-BA84-13B6F5A67E23}" type="pres">
      <dgm:prSet presAssocID="{E2154B45-422D-A347-A0D4-A119C821451D}" presName="L2TextContainerWrapper" presStyleCnt="0">
        <dgm:presLayoutVars>
          <dgm:bulletEnabled val="1"/>
        </dgm:presLayoutVars>
      </dgm:prSet>
      <dgm:spPr/>
    </dgm:pt>
    <dgm:pt modelId="{B6309C16-8D35-E34B-9D5E-8BC19149BE4A}" type="pres">
      <dgm:prSet presAssocID="{E2154B45-422D-A347-A0D4-A119C821451D}" presName="L2TextContainer" presStyleLbl="bgAccFollowNode1" presStyleIdx="1" presStyleCnt="4"/>
      <dgm:spPr/>
    </dgm:pt>
    <dgm:pt modelId="{B7FD3036-C7A9-A848-A3C5-2CEB08CBA097}" type="pres">
      <dgm:prSet presAssocID="{E2154B45-422D-A347-A0D4-A119C821451D}" presName="FlexibleEmptyPlaceHolder" presStyleCnt="0"/>
      <dgm:spPr/>
    </dgm:pt>
    <dgm:pt modelId="{F5763EEF-6740-0141-BEC0-882BFF3058B9}" type="pres">
      <dgm:prSet presAssocID="{E2154B45-422D-A347-A0D4-A119C821451D}" presName="ConnectLine" presStyleLbl="sibTrans1D1" presStyleIdx="1" presStyleCnt="4"/>
      <dgm:spPr/>
    </dgm:pt>
    <dgm:pt modelId="{91B64414-C021-704E-8852-DCBC9BC123D6}" type="pres">
      <dgm:prSet presAssocID="{E2154B45-422D-A347-A0D4-A119C821451D}" presName="ConnectorPoint" presStyleLbl="node1" presStyleIdx="1" presStyleCnt="4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22F9509-6ABB-4540-B992-8A0C020B0BF4}" type="pres">
      <dgm:prSet presAssocID="{E2154B45-422D-A347-A0D4-A119C821451D}" presName="EmptyPlaceHolder" presStyleCnt="0"/>
      <dgm:spPr/>
    </dgm:pt>
    <dgm:pt modelId="{74F73E19-3621-3F44-B31F-331AB9FA8D12}" type="pres">
      <dgm:prSet presAssocID="{7B26F596-1C74-7744-94FF-A2CF72CC734D}" presName="spaceBetweenRectangles" presStyleCnt="0"/>
      <dgm:spPr/>
    </dgm:pt>
    <dgm:pt modelId="{95123BF6-1E84-F744-A5CC-F5C14E93BA96}" type="pres">
      <dgm:prSet presAssocID="{A006AA73-E75F-9249-9DCE-CF8B6F207B3C}" presName="composite" presStyleCnt="0"/>
      <dgm:spPr/>
    </dgm:pt>
    <dgm:pt modelId="{8B8586C2-E589-814C-9929-D7384B279330}" type="pres">
      <dgm:prSet presAssocID="{A006AA73-E75F-9249-9DCE-CF8B6F207B3C}" presName="L1TextContainer" presStyleLbl="alignNode1" presStyleIdx="2" presStyleCnt="4">
        <dgm:presLayoutVars>
          <dgm:chMax val="1"/>
          <dgm:chPref val="1"/>
          <dgm:bulletEnabled val="1"/>
        </dgm:presLayoutVars>
      </dgm:prSet>
      <dgm:spPr/>
    </dgm:pt>
    <dgm:pt modelId="{EA9F33E4-B1AC-974A-943D-113F83B14938}" type="pres">
      <dgm:prSet presAssocID="{A006AA73-E75F-9249-9DCE-CF8B6F207B3C}" presName="L2TextContainerWrapper" presStyleCnt="0">
        <dgm:presLayoutVars>
          <dgm:bulletEnabled val="1"/>
        </dgm:presLayoutVars>
      </dgm:prSet>
      <dgm:spPr/>
    </dgm:pt>
    <dgm:pt modelId="{53ECC961-62F4-DB47-8957-886E27B768B2}" type="pres">
      <dgm:prSet presAssocID="{A006AA73-E75F-9249-9DCE-CF8B6F207B3C}" presName="L2TextContainer" presStyleLbl="bgAccFollowNode1" presStyleIdx="2" presStyleCnt="4"/>
      <dgm:spPr/>
    </dgm:pt>
    <dgm:pt modelId="{D66945DA-6A12-F94E-AC02-F6A7DB5BB91C}" type="pres">
      <dgm:prSet presAssocID="{A006AA73-E75F-9249-9DCE-CF8B6F207B3C}" presName="FlexibleEmptyPlaceHolder" presStyleCnt="0"/>
      <dgm:spPr/>
    </dgm:pt>
    <dgm:pt modelId="{A423DEBC-9789-D545-BE31-2FE4B749F180}" type="pres">
      <dgm:prSet presAssocID="{A006AA73-E75F-9249-9DCE-CF8B6F207B3C}" presName="ConnectLine" presStyleLbl="sibTrans1D1" presStyleIdx="2" presStyleCnt="4"/>
      <dgm:spPr/>
    </dgm:pt>
    <dgm:pt modelId="{61CB6B63-89DC-324F-B419-592736A566C4}" type="pres">
      <dgm:prSet presAssocID="{A006AA73-E75F-9249-9DCE-CF8B6F207B3C}" presName="ConnectorPoint" presStyleLbl="node1" presStyleIdx="2" presStyleCnt="4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537CCB76-86B5-0746-9543-40BADF4E9249}" type="pres">
      <dgm:prSet presAssocID="{A006AA73-E75F-9249-9DCE-CF8B6F207B3C}" presName="EmptyPlaceHolder" presStyleCnt="0"/>
      <dgm:spPr/>
    </dgm:pt>
    <dgm:pt modelId="{AC2B81D6-42D1-4747-A4B3-416F89E006F5}" type="pres">
      <dgm:prSet presAssocID="{4F6ECECF-EA7E-0046-9537-BCB61B79D926}" presName="spaceBetweenRectangles" presStyleCnt="0"/>
      <dgm:spPr/>
    </dgm:pt>
    <dgm:pt modelId="{4C4B6048-1D2D-8343-8C89-CF434733F6BC}" type="pres">
      <dgm:prSet presAssocID="{BE113132-3CC1-644B-AB61-22BBFA8B26F6}" presName="composite" presStyleCnt="0"/>
      <dgm:spPr/>
    </dgm:pt>
    <dgm:pt modelId="{44C205B6-B01C-864D-9B70-4FA3B67C882C}" type="pres">
      <dgm:prSet presAssocID="{BE113132-3CC1-644B-AB61-22BBFA8B26F6}" presName="L1TextContainer" presStyleLbl="alignNode1" presStyleIdx="3" presStyleCnt="4">
        <dgm:presLayoutVars>
          <dgm:chMax val="1"/>
          <dgm:chPref val="1"/>
          <dgm:bulletEnabled val="1"/>
        </dgm:presLayoutVars>
      </dgm:prSet>
      <dgm:spPr/>
    </dgm:pt>
    <dgm:pt modelId="{4CB3009D-8FCB-F944-AC10-BDF87A02191C}" type="pres">
      <dgm:prSet presAssocID="{BE113132-3CC1-644B-AB61-22BBFA8B26F6}" presName="L2TextContainerWrapper" presStyleCnt="0">
        <dgm:presLayoutVars>
          <dgm:bulletEnabled val="1"/>
        </dgm:presLayoutVars>
      </dgm:prSet>
      <dgm:spPr/>
    </dgm:pt>
    <dgm:pt modelId="{602695D4-3D7B-6F4C-BB86-612DDBF7233E}" type="pres">
      <dgm:prSet presAssocID="{BE113132-3CC1-644B-AB61-22BBFA8B26F6}" presName="L2TextContainer" presStyleLbl="bgAccFollowNode1" presStyleIdx="3" presStyleCnt="4"/>
      <dgm:spPr/>
    </dgm:pt>
    <dgm:pt modelId="{0EB92718-DEE8-7E4E-8C59-C48EC1B4058D}" type="pres">
      <dgm:prSet presAssocID="{BE113132-3CC1-644B-AB61-22BBFA8B26F6}" presName="FlexibleEmptyPlaceHolder" presStyleCnt="0"/>
      <dgm:spPr/>
    </dgm:pt>
    <dgm:pt modelId="{D4793CAE-66D6-C949-8580-2850C6830CE6}" type="pres">
      <dgm:prSet presAssocID="{BE113132-3CC1-644B-AB61-22BBFA8B26F6}" presName="ConnectLine" presStyleLbl="sibTrans1D1" presStyleIdx="3" presStyleCnt="4"/>
      <dgm:spPr/>
    </dgm:pt>
    <dgm:pt modelId="{7D9E4A7F-6506-314D-90D6-655FBE0078D2}" type="pres">
      <dgm:prSet presAssocID="{BE113132-3CC1-644B-AB61-22BBFA8B26F6}" presName="ConnectorPoint" presStyleLbl="node1" presStyleIdx="3" presStyleCnt="4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F2093957-8AA3-6042-B217-97A548B8582A}" type="pres">
      <dgm:prSet presAssocID="{BE113132-3CC1-644B-AB61-22BBFA8B26F6}" presName="EmptyPlaceHolder" presStyleCnt="0"/>
      <dgm:spPr/>
    </dgm:pt>
  </dgm:ptLst>
  <dgm:cxnLst>
    <dgm:cxn modelId="{5E1AE00A-6BFC-134D-A263-103E42F75263}" srcId="{E2154B45-422D-A347-A0D4-A119C821451D}" destId="{AB713AB3-4572-C746-B953-7744666AB368}" srcOrd="0" destOrd="0" parTransId="{07DBAC3B-D0D5-8947-BD9B-BF7DBEF3E82C}" sibTransId="{9D6F9F9F-1635-AE47-8CC3-2D13077F51C9}"/>
    <dgm:cxn modelId="{EE92811C-629E-44E5-95C2-3D667E258510}" srcId="{D6122C20-8E6C-4B75-9D6A-104FD139167C}" destId="{E8D0BC9D-9D07-4500-A757-D2E0FD759107}" srcOrd="0" destOrd="0" parTransId="{B40C5A1D-1F08-448E-A3F2-96BC565567BD}" sibTransId="{1B38568A-8D65-470B-8F06-86F69148C3CC}"/>
    <dgm:cxn modelId="{180C241E-A2C1-EC4F-AD53-42A9E7FCC3AD}" type="presOf" srcId="{BE113132-3CC1-644B-AB61-22BBFA8B26F6}" destId="{44C205B6-B01C-864D-9B70-4FA3B67C882C}" srcOrd="0" destOrd="0" presId="urn:microsoft.com/office/officeart/2017/3/layout/HorizontalLabelsTimeline"/>
    <dgm:cxn modelId="{4A041528-9288-EF4B-8665-4EA46213822C}" srcId="{D6122C20-8E6C-4B75-9D6A-104FD139167C}" destId="{E2154B45-422D-A347-A0D4-A119C821451D}" srcOrd="1" destOrd="0" parTransId="{0F420AC8-E1B5-7448-9FC7-D74E61DC80B8}" sibTransId="{7B26F596-1C74-7744-94FF-A2CF72CC734D}"/>
    <dgm:cxn modelId="{CEF09229-984D-2341-B90F-932D90685898}" type="presOf" srcId="{AB713AB3-4572-C746-B953-7744666AB368}" destId="{B6309C16-8D35-E34B-9D5E-8BC19149BE4A}" srcOrd="0" destOrd="0" presId="urn:microsoft.com/office/officeart/2017/3/layout/HorizontalLabelsTimeline"/>
    <dgm:cxn modelId="{B1314E31-0359-FD44-BD09-3CAB6AE7E31E}" type="presOf" srcId="{E950A98E-7656-6242-A73E-67BCC7FE43FD}" destId="{53ECC961-62F4-DB47-8957-886E27B768B2}" srcOrd="0" destOrd="0" presId="urn:microsoft.com/office/officeart/2017/3/layout/HorizontalLabelsTimeline"/>
    <dgm:cxn modelId="{2077EA33-8F46-0348-A768-A3D311B4920B}" type="presOf" srcId="{D67C23FA-E0F8-CE4B-9E3F-D9509CD24479}" destId="{602695D4-3D7B-6F4C-BB86-612DDBF7233E}" srcOrd="0" destOrd="0" presId="urn:microsoft.com/office/officeart/2017/3/layout/HorizontalLabelsTimeline"/>
    <dgm:cxn modelId="{3E6B226A-2C99-B54C-B11D-3176676E0373}" srcId="{A006AA73-E75F-9249-9DCE-CF8B6F207B3C}" destId="{E950A98E-7656-6242-A73E-67BCC7FE43FD}" srcOrd="0" destOrd="0" parTransId="{717EA620-CB85-3344-B270-9A48AD77D21E}" sibTransId="{89A0C82B-0125-2A4B-B724-D57CE456F79B}"/>
    <dgm:cxn modelId="{C9900D6C-1EDD-104A-93AA-0EB759985E38}" srcId="{BE113132-3CC1-644B-AB61-22BBFA8B26F6}" destId="{D67C23FA-E0F8-CE4B-9E3F-D9509CD24479}" srcOrd="0" destOrd="0" parTransId="{28B7E5F6-A209-EB40-92AD-B4339F42EF2A}" sibTransId="{5C919454-B620-144C-8FD7-136127B8073F}"/>
    <dgm:cxn modelId="{897CA86E-2D75-FE49-855E-BE377953E25B}" srcId="{D6122C20-8E6C-4B75-9D6A-104FD139167C}" destId="{A006AA73-E75F-9249-9DCE-CF8B6F207B3C}" srcOrd="2" destOrd="0" parTransId="{77ED5DAC-CBDB-F94B-84DB-E4F499302B65}" sibTransId="{4F6ECECF-EA7E-0046-9537-BCB61B79D926}"/>
    <dgm:cxn modelId="{FE20F583-A621-BA43-8EF5-9DE2161DEEB1}" type="presOf" srcId="{B67DFAA3-F887-9D40-A6E5-BF52B1AC2E9D}" destId="{166AA6BC-0FEA-CC4E-A0B7-D6800587FC21}" srcOrd="0" destOrd="0" presId="urn:microsoft.com/office/officeart/2017/3/layout/HorizontalLabelsTimeline"/>
    <dgm:cxn modelId="{EE52A8AB-023B-1A46-B6AE-79E61838F10E}" type="presOf" srcId="{A006AA73-E75F-9249-9DCE-CF8B6F207B3C}" destId="{8B8586C2-E589-814C-9929-D7384B279330}" srcOrd="0" destOrd="0" presId="urn:microsoft.com/office/officeart/2017/3/layout/HorizontalLabelsTimeline"/>
    <dgm:cxn modelId="{CC5EF2C5-5167-6D4E-BB95-19E18FF2F6C2}" srcId="{E8D0BC9D-9D07-4500-A757-D2E0FD759107}" destId="{B67DFAA3-F887-9D40-A6E5-BF52B1AC2E9D}" srcOrd="0" destOrd="0" parTransId="{5D03B403-DBC3-A14F-90ED-382C8C950201}" sibTransId="{78B35046-3306-BD46-9265-59657A134F66}"/>
    <dgm:cxn modelId="{4926E9CF-397C-0641-A19F-C9F310BE4605}" type="presOf" srcId="{D6122C20-8E6C-4B75-9D6A-104FD139167C}" destId="{760AFFE8-E12A-1E4D-A996-9F805DBA4228}" srcOrd="0" destOrd="0" presId="urn:microsoft.com/office/officeart/2017/3/layout/HorizontalLabelsTimeline"/>
    <dgm:cxn modelId="{B27265E6-30BB-984B-8641-160E33818579}" type="presOf" srcId="{E8D0BC9D-9D07-4500-A757-D2E0FD759107}" destId="{4201E355-98F9-2E4F-B346-7374EED709A2}" srcOrd="0" destOrd="0" presId="urn:microsoft.com/office/officeart/2017/3/layout/HorizontalLabelsTimeline"/>
    <dgm:cxn modelId="{CD0DE9FB-929A-6F45-A786-79FEEBE09F59}" srcId="{D6122C20-8E6C-4B75-9D6A-104FD139167C}" destId="{BE113132-3CC1-644B-AB61-22BBFA8B26F6}" srcOrd="3" destOrd="0" parTransId="{F3C093AC-7D3E-EF4B-9B5C-AB5F30FFD099}" sibTransId="{57DB7616-AB1D-E746-BBF1-3FD0BA1B85B9}"/>
    <dgm:cxn modelId="{1932D1FC-9EA1-CE45-86DC-5C12E6F0CA23}" type="presOf" srcId="{E2154B45-422D-A347-A0D4-A119C821451D}" destId="{F89ABCAF-0E4B-0E40-A2B8-1E134C9ED0FE}" srcOrd="0" destOrd="0" presId="urn:microsoft.com/office/officeart/2017/3/layout/HorizontalLabelsTimeline"/>
    <dgm:cxn modelId="{8B8AA32A-CE4A-124E-AAA0-972CBB43C5D0}" type="presParOf" srcId="{760AFFE8-E12A-1E4D-A996-9F805DBA4228}" destId="{50112DED-78D8-A74A-8AFF-AD8BF1A76937}" srcOrd="0" destOrd="0" presId="urn:microsoft.com/office/officeart/2017/3/layout/HorizontalLabelsTimeline"/>
    <dgm:cxn modelId="{F61CB9E9-A2B7-B144-B212-20C390F1AC68}" type="presParOf" srcId="{760AFFE8-E12A-1E4D-A996-9F805DBA4228}" destId="{7CCBAC95-6128-E542-8067-1AC45DE0B148}" srcOrd="1" destOrd="0" presId="urn:microsoft.com/office/officeart/2017/3/layout/HorizontalLabelsTimeline"/>
    <dgm:cxn modelId="{EA479DA3-C215-1E4C-93F9-4B62AF396585}" type="presParOf" srcId="{7CCBAC95-6128-E542-8067-1AC45DE0B148}" destId="{58C56CE4-C0D8-4147-95C8-265864DC04AA}" srcOrd="0" destOrd="0" presId="urn:microsoft.com/office/officeart/2017/3/layout/HorizontalLabelsTimeline"/>
    <dgm:cxn modelId="{07E9213E-46FF-A947-9E7D-AE549304666F}" type="presParOf" srcId="{58C56CE4-C0D8-4147-95C8-265864DC04AA}" destId="{4201E355-98F9-2E4F-B346-7374EED709A2}" srcOrd="0" destOrd="0" presId="urn:microsoft.com/office/officeart/2017/3/layout/HorizontalLabelsTimeline"/>
    <dgm:cxn modelId="{C346F296-9868-AF48-94D2-B35745037CA8}" type="presParOf" srcId="{58C56CE4-C0D8-4147-95C8-265864DC04AA}" destId="{41D803D7-3B41-9743-9A6B-BB18BBB78B2F}" srcOrd="1" destOrd="0" presId="urn:microsoft.com/office/officeart/2017/3/layout/HorizontalLabelsTimeline"/>
    <dgm:cxn modelId="{7D8AFFCD-67C7-FF47-B0A1-F9F9C776AB40}" type="presParOf" srcId="{41D803D7-3B41-9743-9A6B-BB18BBB78B2F}" destId="{166AA6BC-0FEA-CC4E-A0B7-D6800587FC21}" srcOrd="0" destOrd="0" presId="urn:microsoft.com/office/officeart/2017/3/layout/HorizontalLabelsTimeline"/>
    <dgm:cxn modelId="{3CED1F35-55D3-9F44-85CA-53DDA0497CB4}" type="presParOf" srcId="{41D803D7-3B41-9743-9A6B-BB18BBB78B2F}" destId="{B55C72D3-D4D2-6B4B-8CF7-CC2943567C94}" srcOrd="1" destOrd="0" presId="urn:microsoft.com/office/officeart/2017/3/layout/HorizontalLabelsTimeline"/>
    <dgm:cxn modelId="{D7562F58-43B6-3F4F-80E9-AB78E9E62581}" type="presParOf" srcId="{58C56CE4-C0D8-4147-95C8-265864DC04AA}" destId="{30C8FE4F-38EA-6440-B1CD-2B010B601201}" srcOrd="2" destOrd="0" presId="urn:microsoft.com/office/officeart/2017/3/layout/HorizontalLabelsTimeline"/>
    <dgm:cxn modelId="{636B08BA-1CFE-004B-A88E-266A636D68CF}" type="presParOf" srcId="{58C56CE4-C0D8-4147-95C8-265864DC04AA}" destId="{20408E1D-DF35-024D-91DE-06709E89E2EC}" srcOrd="3" destOrd="0" presId="urn:microsoft.com/office/officeart/2017/3/layout/HorizontalLabelsTimeline"/>
    <dgm:cxn modelId="{553B6E05-A974-0B46-89CB-461530F3ECA1}" type="presParOf" srcId="{58C56CE4-C0D8-4147-95C8-265864DC04AA}" destId="{EB73CE06-B11E-E346-B4DA-ED3F473587D4}" srcOrd="4" destOrd="0" presId="urn:microsoft.com/office/officeart/2017/3/layout/HorizontalLabelsTimeline"/>
    <dgm:cxn modelId="{70EE94E6-D4BF-9649-A683-A23BF0C86227}" type="presParOf" srcId="{7CCBAC95-6128-E542-8067-1AC45DE0B148}" destId="{6EDF4FB7-DC18-B641-8619-6460892D3006}" srcOrd="1" destOrd="0" presId="urn:microsoft.com/office/officeart/2017/3/layout/HorizontalLabelsTimeline"/>
    <dgm:cxn modelId="{F7BA5594-30EE-5B40-8EC2-B1C4E9A68719}" type="presParOf" srcId="{7CCBAC95-6128-E542-8067-1AC45DE0B148}" destId="{F1315546-05D0-B844-8212-5DC5595F0299}" srcOrd="2" destOrd="0" presId="urn:microsoft.com/office/officeart/2017/3/layout/HorizontalLabelsTimeline"/>
    <dgm:cxn modelId="{C47BA254-F062-D745-BE62-254E74A39715}" type="presParOf" srcId="{F1315546-05D0-B844-8212-5DC5595F0299}" destId="{F89ABCAF-0E4B-0E40-A2B8-1E134C9ED0FE}" srcOrd="0" destOrd="0" presId="urn:microsoft.com/office/officeart/2017/3/layout/HorizontalLabelsTimeline"/>
    <dgm:cxn modelId="{3164A396-ECE6-7349-8082-22F869824B72}" type="presParOf" srcId="{F1315546-05D0-B844-8212-5DC5595F0299}" destId="{90E74230-7EC7-2541-BA84-13B6F5A67E23}" srcOrd="1" destOrd="0" presId="urn:microsoft.com/office/officeart/2017/3/layout/HorizontalLabelsTimeline"/>
    <dgm:cxn modelId="{7F017A03-A3FC-6B48-A7AF-3065AA83A4E6}" type="presParOf" srcId="{90E74230-7EC7-2541-BA84-13B6F5A67E23}" destId="{B6309C16-8D35-E34B-9D5E-8BC19149BE4A}" srcOrd="0" destOrd="0" presId="urn:microsoft.com/office/officeart/2017/3/layout/HorizontalLabelsTimeline"/>
    <dgm:cxn modelId="{AF67FB86-DC5E-2C42-8BA3-F1C7E4A54562}" type="presParOf" srcId="{90E74230-7EC7-2541-BA84-13B6F5A67E23}" destId="{B7FD3036-C7A9-A848-A3C5-2CEB08CBA097}" srcOrd="1" destOrd="0" presId="urn:microsoft.com/office/officeart/2017/3/layout/HorizontalLabelsTimeline"/>
    <dgm:cxn modelId="{BB386753-DFA1-5A46-95C9-0A7AFFAB6EEF}" type="presParOf" srcId="{F1315546-05D0-B844-8212-5DC5595F0299}" destId="{F5763EEF-6740-0141-BEC0-882BFF3058B9}" srcOrd="2" destOrd="0" presId="urn:microsoft.com/office/officeart/2017/3/layout/HorizontalLabelsTimeline"/>
    <dgm:cxn modelId="{5805193D-9320-4949-A65F-6FF2896939D1}" type="presParOf" srcId="{F1315546-05D0-B844-8212-5DC5595F0299}" destId="{91B64414-C021-704E-8852-DCBC9BC123D6}" srcOrd="3" destOrd="0" presId="urn:microsoft.com/office/officeart/2017/3/layout/HorizontalLabelsTimeline"/>
    <dgm:cxn modelId="{61D4DD79-5F2B-7B48-8542-6E05130BB75F}" type="presParOf" srcId="{F1315546-05D0-B844-8212-5DC5595F0299}" destId="{622F9509-6ABB-4540-B992-8A0C020B0BF4}" srcOrd="4" destOrd="0" presId="urn:microsoft.com/office/officeart/2017/3/layout/HorizontalLabelsTimeline"/>
    <dgm:cxn modelId="{1B49D8A6-27B5-9240-839E-485427EC0E5E}" type="presParOf" srcId="{7CCBAC95-6128-E542-8067-1AC45DE0B148}" destId="{74F73E19-3621-3F44-B31F-331AB9FA8D12}" srcOrd="3" destOrd="0" presId="urn:microsoft.com/office/officeart/2017/3/layout/HorizontalLabelsTimeline"/>
    <dgm:cxn modelId="{25EF7128-FF04-D943-98B1-1397C9CAC4BD}" type="presParOf" srcId="{7CCBAC95-6128-E542-8067-1AC45DE0B148}" destId="{95123BF6-1E84-F744-A5CC-F5C14E93BA96}" srcOrd="4" destOrd="0" presId="urn:microsoft.com/office/officeart/2017/3/layout/HorizontalLabelsTimeline"/>
    <dgm:cxn modelId="{5F48FCF8-1908-A944-BAE8-2867C2A6903C}" type="presParOf" srcId="{95123BF6-1E84-F744-A5CC-F5C14E93BA96}" destId="{8B8586C2-E589-814C-9929-D7384B279330}" srcOrd="0" destOrd="0" presId="urn:microsoft.com/office/officeart/2017/3/layout/HorizontalLabelsTimeline"/>
    <dgm:cxn modelId="{7ED769CF-DFEF-F34E-A56A-DB0FA4728906}" type="presParOf" srcId="{95123BF6-1E84-F744-A5CC-F5C14E93BA96}" destId="{EA9F33E4-B1AC-974A-943D-113F83B14938}" srcOrd="1" destOrd="0" presId="urn:microsoft.com/office/officeart/2017/3/layout/HorizontalLabelsTimeline"/>
    <dgm:cxn modelId="{CBBD724A-2284-884C-9BCC-2ABDED3E1ACB}" type="presParOf" srcId="{EA9F33E4-B1AC-974A-943D-113F83B14938}" destId="{53ECC961-62F4-DB47-8957-886E27B768B2}" srcOrd="0" destOrd="0" presId="urn:microsoft.com/office/officeart/2017/3/layout/HorizontalLabelsTimeline"/>
    <dgm:cxn modelId="{063B7B1C-8167-E04A-A853-E267DE5DAAAC}" type="presParOf" srcId="{EA9F33E4-B1AC-974A-943D-113F83B14938}" destId="{D66945DA-6A12-F94E-AC02-F6A7DB5BB91C}" srcOrd="1" destOrd="0" presId="urn:microsoft.com/office/officeart/2017/3/layout/HorizontalLabelsTimeline"/>
    <dgm:cxn modelId="{586DD010-8D74-7F48-831C-0EBAA5444A30}" type="presParOf" srcId="{95123BF6-1E84-F744-A5CC-F5C14E93BA96}" destId="{A423DEBC-9789-D545-BE31-2FE4B749F180}" srcOrd="2" destOrd="0" presId="urn:microsoft.com/office/officeart/2017/3/layout/HorizontalLabelsTimeline"/>
    <dgm:cxn modelId="{2BBCA33D-C2F0-3749-BCC3-BA265A52ABA9}" type="presParOf" srcId="{95123BF6-1E84-F744-A5CC-F5C14E93BA96}" destId="{61CB6B63-89DC-324F-B419-592736A566C4}" srcOrd="3" destOrd="0" presId="urn:microsoft.com/office/officeart/2017/3/layout/HorizontalLabelsTimeline"/>
    <dgm:cxn modelId="{897551F3-CE78-664A-BEF5-6AE66F62B7F2}" type="presParOf" srcId="{95123BF6-1E84-F744-A5CC-F5C14E93BA96}" destId="{537CCB76-86B5-0746-9543-40BADF4E9249}" srcOrd="4" destOrd="0" presId="urn:microsoft.com/office/officeart/2017/3/layout/HorizontalLabelsTimeline"/>
    <dgm:cxn modelId="{0DAD884B-6D8A-5443-897D-E53801F5B595}" type="presParOf" srcId="{7CCBAC95-6128-E542-8067-1AC45DE0B148}" destId="{AC2B81D6-42D1-4747-A4B3-416F89E006F5}" srcOrd="5" destOrd="0" presId="urn:microsoft.com/office/officeart/2017/3/layout/HorizontalLabelsTimeline"/>
    <dgm:cxn modelId="{463E9213-95C3-B74F-A27C-D7F8D71D119D}" type="presParOf" srcId="{7CCBAC95-6128-E542-8067-1AC45DE0B148}" destId="{4C4B6048-1D2D-8343-8C89-CF434733F6BC}" srcOrd="6" destOrd="0" presId="urn:microsoft.com/office/officeart/2017/3/layout/HorizontalLabelsTimeline"/>
    <dgm:cxn modelId="{EEC52A89-A390-F743-A00B-134B6593624B}" type="presParOf" srcId="{4C4B6048-1D2D-8343-8C89-CF434733F6BC}" destId="{44C205B6-B01C-864D-9B70-4FA3B67C882C}" srcOrd="0" destOrd="0" presId="urn:microsoft.com/office/officeart/2017/3/layout/HorizontalLabelsTimeline"/>
    <dgm:cxn modelId="{382AFB17-48EF-314D-BF82-60218FD3EE58}" type="presParOf" srcId="{4C4B6048-1D2D-8343-8C89-CF434733F6BC}" destId="{4CB3009D-8FCB-F944-AC10-BDF87A02191C}" srcOrd="1" destOrd="0" presId="urn:microsoft.com/office/officeart/2017/3/layout/HorizontalLabelsTimeline"/>
    <dgm:cxn modelId="{8658BCB7-E784-6649-95C6-F34C2EE601E1}" type="presParOf" srcId="{4CB3009D-8FCB-F944-AC10-BDF87A02191C}" destId="{602695D4-3D7B-6F4C-BB86-612DDBF7233E}" srcOrd="0" destOrd="0" presId="urn:microsoft.com/office/officeart/2017/3/layout/HorizontalLabelsTimeline"/>
    <dgm:cxn modelId="{91D4B7AF-9142-884C-996A-F7C0AD20C8E4}" type="presParOf" srcId="{4CB3009D-8FCB-F944-AC10-BDF87A02191C}" destId="{0EB92718-DEE8-7E4E-8C59-C48EC1B4058D}" srcOrd="1" destOrd="0" presId="urn:microsoft.com/office/officeart/2017/3/layout/HorizontalLabelsTimeline"/>
    <dgm:cxn modelId="{90BE7CCC-106F-5044-BBE2-A8454DC8EF3E}" type="presParOf" srcId="{4C4B6048-1D2D-8343-8C89-CF434733F6BC}" destId="{D4793CAE-66D6-C949-8580-2850C6830CE6}" srcOrd="2" destOrd="0" presId="urn:microsoft.com/office/officeart/2017/3/layout/HorizontalLabelsTimeline"/>
    <dgm:cxn modelId="{877E1371-E4C1-6C4E-A06F-AC2EF803B359}" type="presParOf" srcId="{4C4B6048-1D2D-8343-8C89-CF434733F6BC}" destId="{7D9E4A7F-6506-314D-90D6-655FBE0078D2}" srcOrd="3" destOrd="0" presId="urn:microsoft.com/office/officeart/2017/3/layout/HorizontalLabelsTimeline"/>
    <dgm:cxn modelId="{D34509C3-5399-9944-9031-C87AE8F3FF4B}" type="presParOf" srcId="{4C4B6048-1D2D-8343-8C89-CF434733F6BC}" destId="{F2093957-8AA3-6042-B217-97A548B8582A}" srcOrd="4" destOrd="0" presId="urn:microsoft.com/office/officeart/2017/3/layout/HorizontalLabelsTimeline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63A5DD3-C7DF-4CFD-A972-D2FAA1312C15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9FAD0BA-1159-44FA-A54D-517812FB1E84}">
      <dgm:prSet/>
      <dgm:spPr/>
      <dgm:t>
        <a:bodyPr/>
        <a:lstStyle/>
        <a:p>
          <a:r>
            <a:rPr lang="en-US" dirty="0"/>
            <a:t>Include More Data</a:t>
          </a:r>
        </a:p>
      </dgm:t>
    </dgm:pt>
    <dgm:pt modelId="{A1B75413-F941-4CEB-9193-B1542D619108}" type="parTrans" cxnId="{CFD4963D-199F-4092-8C35-295524905E19}">
      <dgm:prSet/>
      <dgm:spPr/>
      <dgm:t>
        <a:bodyPr/>
        <a:lstStyle/>
        <a:p>
          <a:endParaRPr lang="en-US"/>
        </a:p>
      </dgm:t>
    </dgm:pt>
    <dgm:pt modelId="{DB8FBCE2-155D-4BFC-92C6-2DC4C029BACD}" type="sibTrans" cxnId="{CFD4963D-199F-4092-8C35-295524905E19}">
      <dgm:prSet/>
      <dgm:spPr/>
      <dgm:t>
        <a:bodyPr/>
        <a:lstStyle/>
        <a:p>
          <a:endParaRPr lang="en-US"/>
        </a:p>
      </dgm:t>
    </dgm:pt>
    <dgm:pt modelId="{4B77485B-0627-47FF-A0D1-4839A81994E4}">
      <dgm:prSet/>
      <dgm:spPr/>
      <dgm:t>
        <a:bodyPr/>
        <a:lstStyle/>
        <a:p>
          <a:r>
            <a:rPr lang="en-US" dirty="0"/>
            <a:t>macroeconomic indicators (interest rates, inflation, etc.)</a:t>
          </a:r>
        </a:p>
      </dgm:t>
    </dgm:pt>
    <dgm:pt modelId="{7FF00086-1FD3-4B6A-915E-92376E4FD9CA}" type="parTrans" cxnId="{53440C40-8FB5-4839-8730-EF5AA0324DBB}">
      <dgm:prSet/>
      <dgm:spPr/>
      <dgm:t>
        <a:bodyPr/>
        <a:lstStyle/>
        <a:p>
          <a:endParaRPr lang="en-US"/>
        </a:p>
      </dgm:t>
    </dgm:pt>
    <dgm:pt modelId="{026414FE-69F2-410A-8CC9-D38E6D943D2C}" type="sibTrans" cxnId="{53440C40-8FB5-4839-8730-EF5AA0324DBB}">
      <dgm:prSet/>
      <dgm:spPr/>
      <dgm:t>
        <a:bodyPr/>
        <a:lstStyle/>
        <a:p>
          <a:endParaRPr lang="en-US"/>
        </a:p>
      </dgm:t>
    </dgm:pt>
    <dgm:pt modelId="{8A70C344-04BA-4F42-81DC-7BD441B591BE}">
      <dgm:prSet/>
      <dgm:spPr/>
      <dgm:t>
        <a:bodyPr/>
        <a:lstStyle/>
        <a:p>
          <a:r>
            <a:rPr lang="en-US" dirty="0"/>
            <a:t>Test More Models</a:t>
          </a:r>
        </a:p>
      </dgm:t>
    </dgm:pt>
    <dgm:pt modelId="{D531809E-8456-49FE-B190-D8B574EE0D5D}" type="parTrans" cxnId="{8849B48A-E0E0-4C77-AEA9-84949650904A}">
      <dgm:prSet/>
      <dgm:spPr/>
      <dgm:t>
        <a:bodyPr/>
        <a:lstStyle/>
        <a:p>
          <a:endParaRPr lang="en-US"/>
        </a:p>
      </dgm:t>
    </dgm:pt>
    <dgm:pt modelId="{01E48139-B57A-483F-AB36-09EAAF3DA5AF}" type="sibTrans" cxnId="{8849B48A-E0E0-4C77-AEA9-84949650904A}">
      <dgm:prSet/>
      <dgm:spPr/>
      <dgm:t>
        <a:bodyPr/>
        <a:lstStyle/>
        <a:p>
          <a:endParaRPr lang="en-US"/>
        </a:p>
      </dgm:t>
    </dgm:pt>
    <dgm:pt modelId="{0BE57501-978C-47AF-8293-6E376DFD9D31}">
      <dgm:prSet/>
      <dgm:spPr/>
      <dgm:t>
        <a:bodyPr/>
        <a:lstStyle/>
        <a:p>
          <a:r>
            <a:rPr lang="en-US" dirty="0"/>
            <a:t>LSTM  (Long Short-Term Memory)</a:t>
          </a:r>
        </a:p>
      </dgm:t>
    </dgm:pt>
    <dgm:pt modelId="{6A1A4F71-B0AF-4F42-8EA5-EB6575145B93}" type="parTrans" cxnId="{5AC9E1F6-ADB6-4676-8A0D-966FA01B7354}">
      <dgm:prSet/>
      <dgm:spPr/>
      <dgm:t>
        <a:bodyPr/>
        <a:lstStyle/>
        <a:p>
          <a:endParaRPr lang="en-US"/>
        </a:p>
      </dgm:t>
    </dgm:pt>
    <dgm:pt modelId="{A2750627-4948-427B-B860-FE8CA975B19E}" type="sibTrans" cxnId="{5AC9E1F6-ADB6-4676-8A0D-966FA01B7354}">
      <dgm:prSet/>
      <dgm:spPr/>
      <dgm:t>
        <a:bodyPr/>
        <a:lstStyle/>
        <a:p>
          <a:endParaRPr lang="en-US"/>
        </a:p>
      </dgm:t>
    </dgm:pt>
    <dgm:pt modelId="{5794E293-FA79-4DE4-AE62-6447849761F1}">
      <dgm:prSet/>
      <dgm:spPr/>
      <dgm:t>
        <a:bodyPr/>
        <a:lstStyle/>
        <a:p>
          <a:r>
            <a:rPr lang="en-US"/>
            <a:t>Incorporate</a:t>
          </a:r>
        </a:p>
      </dgm:t>
    </dgm:pt>
    <dgm:pt modelId="{7CE43F3C-8934-4B04-8C3F-8C6B9E66FD56}" type="parTrans" cxnId="{51449F7A-B9AA-4193-B050-4AD5675848C5}">
      <dgm:prSet/>
      <dgm:spPr/>
      <dgm:t>
        <a:bodyPr/>
        <a:lstStyle/>
        <a:p>
          <a:endParaRPr lang="en-US"/>
        </a:p>
      </dgm:t>
    </dgm:pt>
    <dgm:pt modelId="{24D28E1C-661F-4E15-B10B-7B3192595194}" type="sibTrans" cxnId="{51449F7A-B9AA-4193-B050-4AD5675848C5}">
      <dgm:prSet/>
      <dgm:spPr/>
      <dgm:t>
        <a:bodyPr/>
        <a:lstStyle/>
        <a:p>
          <a:endParaRPr lang="en-US"/>
        </a:p>
      </dgm:t>
    </dgm:pt>
    <dgm:pt modelId="{B9B30E2A-607C-4FC5-9CB3-4C3F640526A2}">
      <dgm:prSet/>
      <dgm:spPr/>
      <dgm:t>
        <a:bodyPr/>
        <a:lstStyle/>
        <a:p>
          <a:r>
            <a:rPr lang="en-US" dirty="0"/>
            <a:t>hyperparameter tuning</a:t>
          </a:r>
        </a:p>
      </dgm:t>
    </dgm:pt>
    <dgm:pt modelId="{ABCE0642-B0CB-427C-890A-5E8C092311FC}" type="parTrans" cxnId="{A8C54F79-50B7-47CB-A379-BCBAED79B867}">
      <dgm:prSet/>
      <dgm:spPr/>
      <dgm:t>
        <a:bodyPr/>
        <a:lstStyle/>
        <a:p>
          <a:endParaRPr lang="en-US"/>
        </a:p>
      </dgm:t>
    </dgm:pt>
    <dgm:pt modelId="{7B30F807-10B4-49A3-98FA-842AF4F407CF}" type="sibTrans" cxnId="{A8C54F79-50B7-47CB-A379-BCBAED79B867}">
      <dgm:prSet/>
      <dgm:spPr/>
      <dgm:t>
        <a:bodyPr/>
        <a:lstStyle/>
        <a:p>
          <a:endParaRPr lang="en-US"/>
        </a:p>
      </dgm:t>
    </dgm:pt>
    <dgm:pt modelId="{69A08A00-0715-324D-AB30-56F2EFAA811A}" type="pres">
      <dgm:prSet presAssocID="{763A5DD3-C7DF-4CFD-A972-D2FAA1312C15}" presName="linear" presStyleCnt="0">
        <dgm:presLayoutVars>
          <dgm:animLvl val="lvl"/>
          <dgm:resizeHandles val="exact"/>
        </dgm:presLayoutVars>
      </dgm:prSet>
      <dgm:spPr/>
    </dgm:pt>
    <dgm:pt modelId="{5B8C4BB6-790D-D04A-A4DD-61C6792FA29E}" type="pres">
      <dgm:prSet presAssocID="{D9FAD0BA-1159-44FA-A54D-517812FB1E8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551CBC0-E9A9-B74B-8B0D-EDEF97E1D871}" type="pres">
      <dgm:prSet presAssocID="{D9FAD0BA-1159-44FA-A54D-517812FB1E84}" presName="childText" presStyleLbl="revTx" presStyleIdx="0" presStyleCnt="3">
        <dgm:presLayoutVars>
          <dgm:bulletEnabled val="1"/>
        </dgm:presLayoutVars>
      </dgm:prSet>
      <dgm:spPr/>
    </dgm:pt>
    <dgm:pt modelId="{22AFD1AF-3C0F-E446-B364-E4C5BABE8E4A}" type="pres">
      <dgm:prSet presAssocID="{8A70C344-04BA-4F42-81DC-7BD441B591B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F66E01E-3129-9546-87B7-8A11B5E91B16}" type="pres">
      <dgm:prSet presAssocID="{8A70C344-04BA-4F42-81DC-7BD441B591BE}" presName="childText" presStyleLbl="revTx" presStyleIdx="1" presStyleCnt="3">
        <dgm:presLayoutVars>
          <dgm:bulletEnabled val="1"/>
        </dgm:presLayoutVars>
      </dgm:prSet>
      <dgm:spPr/>
    </dgm:pt>
    <dgm:pt modelId="{E05A3A9E-963E-CF44-880D-CCFC0BE5BCCF}" type="pres">
      <dgm:prSet presAssocID="{5794E293-FA79-4DE4-AE62-6447849761F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C0B1DC8-0035-BE43-8DC5-437158D012D7}" type="pres">
      <dgm:prSet presAssocID="{5794E293-FA79-4DE4-AE62-6447849761F1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1711A205-4769-C045-A48E-F958721BE92B}" type="presOf" srcId="{763A5DD3-C7DF-4CFD-A972-D2FAA1312C15}" destId="{69A08A00-0715-324D-AB30-56F2EFAA811A}" srcOrd="0" destOrd="0" presId="urn:microsoft.com/office/officeart/2005/8/layout/vList2"/>
    <dgm:cxn modelId="{CFD4963D-199F-4092-8C35-295524905E19}" srcId="{763A5DD3-C7DF-4CFD-A972-D2FAA1312C15}" destId="{D9FAD0BA-1159-44FA-A54D-517812FB1E84}" srcOrd="0" destOrd="0" parTransId="{A1B75413-F941-4CEB-9193-B1542D619108}" sibTransId="{DB8FBCE2-155D-4BFC-92C6-2DC4C029BACD}"/>
    <dgm:cxn modelId="{53440C40-8FB5-4839-8730-EF5AA0324DBB}" srcId="{D9FAD0BA-1159-44FA-A54D-517812FB1E84}" destId="{4B77485B-0627-47FF-A0D1-4839A81994E4}" srcOrd="0" destOrd="0" parTransId="{7FF00086-1FD3-4B6A-915E-92376E4FD9CA}" sibTransId="{026414FE-69F2-410A-8CC9-D38E6D943D2C}"/>
    <dgm:cxn modelId="{C29E3674-0131-8D4C-B086-3D2176FFBE8A}" type="presOf" srcId="{5794E293-FA79-4DE4-AE62-6447849761F1}" destId="{E05A3A9E-963E-CF44-880D-CCFC0BE5BCCF}" srcOrd="0" destOrd="0" presId="urn:microsoft.com/office/officeart/2005/8/layout/vList2"/>
    <dgm:cxn modelId="{A8C54F79-50B7-47CB-A379-BCBAED79B867}" srcId="{5794E293-FA79-4DE4-AE62-6447849761F1}" destId="{B9B30E2A-607C-4FC5-9CB3-4C3F640526A2}" srcOrd="0" destOrd="0" parTransId="{ABCE0642-B0CB-427C-890A-5E8C092311FC}" sibTransId="{7B30F807-10B4-49A3-98FA-842AF4F407CF}"/>
    <dgm:cxn modelId="{51449F7A-B9AA-4193-B050-4AD5675848C5}" srcId="{763A5DD3-C7DF-4CFD-A972-D2FAA1312C15}" destId="{5794E293-FA79-4DE4-AE62-6447849761F1}" srcOrd="2" destOrd="0" parTransId="{7CE43F3C-8934-4B04-8C3F-8C6B9E66FD56}" sibTransId="{24D28E1C-661F-4E15-B10B-7B3192595194}"/>
    <dgm:cxn modelId="{F36E3283-7613-5546-BB1F-04D3E1BA9939}" type="presOf" srcId="{0BE57501-978C-47AF-8293-6E376DFD9D31}" destId="{BF66E01E-3129-9546-87B7-8A11B5E91B16}" srcOrd="0" destOrd="0" presId="urn:microsoft.com/office/officeart/2005/8/layout/vList2"/>
    <dgm:cxn modelId="{87C63888-0220-9344-A2A3-09CB806DD30E}" type="presOf" srcId="{4B77485B-0627-47FF-A0D1-4839A81994E4}" destId="{5551CBC0-E9A9-B74B-8B0D-EDEF97E1D871}" srcOrd="0" destOrd="0" presId="urn:microsoft.com/office/officeart/2005/8/layout/vList2"/>
    <dgm:cxn modelId="{8849B48A-E0E0-4C77-AEA9-84949650904A}" srcId="{763A5DD3-C7DF-4CFD-A972-D2FAA1312C15}" destId="{8A70C344-04BA-4F42-81DC-7BD441B591BE}" srcOrd="1" destOrd="0" parTransId="{D531809E-8456-49FE-B190-D8B574EE0D5D}" sibTransId="{01E48139-B57A-483F-AB36-09EAAF3DA5AF}"/>
    <dgm:cxn modelId="{CE70D9A8-8FDE-3548-BC4F-720F245F90C9}" type="presOf" srcId="{8A70C344-04BA-4F42-81DC-7BD441B591BE}" destId="{22AFD1AF-3C0F-E446-B364-E4C5BABE8E4A}" srcOrd="0" destOrd="0" presId="urn:microsoft.com/office/officeart/2005/8/layout/vList2"/>
    <dgm:cxn modelId="{938B56C9-8555-C94B-908D-C244611A1BA8}" type="presOf" srcId="{B9B30E2A-607C-4FC5-9CB3-4C3F640526A2}" destId="{7C0B1DC8-0035-BE43-8DC5-437158D012D7}" srcOrd="0" destOrd="0" presId="urn:microsoft.com/office/officeart/2005/8/layout/vList2"/>
    <dgm:cxn modelId="{5AC9E1F6-ADB6-4676-8A0D-966FA01B7354}" srcId="{8A70C344-04BA-4F42-81DC-7BD441B591BE}" destId="{0BE57501-978C-47AF-8293-6E376DFD9D31}" srcOrd="0" destOrd="0" parTransId="{6A1A4F71-B0AF-4F42-8EA5-EB6575145B93}" sibTransId="{A2750627-4948-427B-B860-FE8CA975B19E}"/>
    <dgm:cxn modelId="{DD6747FA-F251-4E48-9B90-C480614622A7}" type="presOf" srcId="{D9FAD0BA-1159-44FA-A54D-517812FB1E84}" destId="{5B8C4BB6-790D-D04A-A4DD-61C6792FA29E}" srcOrd="0" destOrd="0" presId="urn:microsoft.com/office/officeart/2005/8/layout/vList2"/>
    <dgm:cxn modelId="{64767983-0566-D64D-8A13-8C2483F364FD}" type="presParOf" srcId="{69A08A00-0715-324D-AB30-56F2EFAA811A}" destId="{5B8C4BB6-790D-D04A-A4DD-61C6792FA29E}" srcOrd="0" destOrd="0" presId="urn:microsoft.com/office/officeart/2005/8/layout/vList2"/>
    <dgm:cxn modelId="{C3B3A15C-AE26-1447-B6D6-916866E94DDF}" type="presParOf" srcId="{69A08A00-0715-324D-AB30-56F2EFAA811A}" destId="{5551CBC0-E9A9-B74B-8B0D-EDEF97E1D871}" srcOrd="1" destOrd="0" presId="urn:microsoft.com/office/officeart/2005/8/layout/vList2"/>
    <dgm:cxn modelId="{8E01746C-3856-2646-88EB-F00FD64B9EFB}" type="presParOf" srcId="{69A08A00-0715-324D-AB30-56F2EFAA811A}" destId="{22AFD1AF-3C0F-E446-B364-E4C5BABE8E4A}" srcOrd="2" destOrd="0" presId="urn:microsoft.com/office/officeart/2005/8/layout/vList2"/>
    <dgm:cxn modelId="{3BF3853F-7AAF-7848-A18E-441FE6CA65E6}" type="presParOf" srcId="{69A08A00-0715-324D-AB30-56F2EFAA811A}" destId="{BF66E01E-3129-9546-87B7-8A11B5E91B16}" srcOrd="3" destOrd="0" presId="urn:microsoft.com/office/officeart/2005/8/layout/vList2"/>
    <dgm:cxn modelId="{8F310C81-F0BF-EF40-AFC3-C257DA31730F}" type="presParOf" srcId="{69A08A00-0715-324D-AB30-56F2EFAA811A}" destId="{E05A3A9E-963E-CF44-880D-CCFC0BE5BCCF}" srcOrd="4" destOrd="0" presId="urn:microsoft.com/office/officeart/2005/8/layout/vList2"/>
    <dgm:cxn modelId="{3B9ACED1-BBE6-9D4F-933B-F0F4A0247B6B}" type="presParOf" srcId="{69A08A00-0715-324D-AB30-56F2EFAA811A}" destId="{7C0B1DC8-0035-BE43-8DC5-437158D012D7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735944-D32B-48B9-A118-637D112DDC91}">
      <dsp:nvSpPr>
        <dsp:cNvPr id="0" name=""/>
        <dsp:cNvSpPr/>
      </dsp:nvSpPr>
      <dsp:spPr>
        <a:xfrm>
          <a:off x="72081" y="170032"/>
          <a:ext cx="1263525" cy="12635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120138-170C-4884-B914-8E7871783AFA}">
      <dsp:nvSpPr>
        <dsp:cNvPr id="0" name=""/>
        <dsp:cNvSpPr/>
      </dsp:nvSpPr>
      <dsp:spPr>
        <a:xfrm>
          <a:off x="337421" y="435373"/>
          <a:ext cx="732845" cy="7328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F49A39-3FC6-435C-A0A4-EA59B082E814}">
      <dsp:nvSpPr>
        <dsp:cNvPr id="0" name=""/>
        <dsp:cNvSpPr/>
      </dsp:nvSpPr>
      <dsp:spPr>
        <a:xfrm>
          <a:off x="1606362" y="170032"/>
          <a:ext cx="2978311" cy="1263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Goal: visualize stock trends and predict next-day prices</a:t>
          </a:r>
        </a:p>
      </dsp:txBody>
      <dsp:txXfrm>
        <a:off x="1606362" y="170032"/>
        <a:ext cx="2978311" cy="1263525"/>
      </dsp:txXfrm>
    </dsp:sp>
    <dsp:sp modelId="{1C0BA747-5B3B-4359-93AE-48B01DB41942}">
      <dsp:nvSpPr>
        <dsp:cNvPr id="0" name=""/>
        <dsp:cNvSpPr/>
      </dsp:nvSpPr>
      <dsp:spPr>
        <a:xfrm>
          <a:off x="5103622" y="170032"/>
          <a:ext cx="1263525" cy="12635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CD17CE-94BC-478B-96D0-42C8FA12223C}">
      <dsp:nvSpPr>
        <dsp:cNvPr id="0" name=""/>
        <dsp:cNvSpPr/>
      </dsp:nvSpPr>
      <dsp:spPr>
        <a:xfrm>
          <a:off x="5368962" y="435373"/>
          <a:ext cx="732845" cy="7328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521760-3E43-45D2-954A-3770CCE74F74}">
      <dsp:nvSpPr>
        <dsp:cNvPr id="0" name=""/>
        <dsp:cNvSpPr/>
      </dsp:nvSpPr>
      <dsp:spPr>
        <a:xfrm>
          <a:off x="6637903" y="170032"/>
          <a:ext cx="2978311" cy="1263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Tools: R Shiny, ggplot2, random forest</a:t>
          </a:r>
        </a:p>
      </dsp:txBody>
      <dsp:txXfrm>
        <a:off x="6637903" y="170032"/>
        <a:ext cx="2978311" cy="1263525"/>
      </dsp:txXfrm>
    </dsp:sp>
    <dsp:sp modelId="{8B4802A4-9F19-4824-AD4C-CC408B493CCC}">
      <dsp:nvSpPr>
        <dsp:cNvPr id="0" name=""/>
        <dsp:cNvSpPr/>
      </dsp:nvSpPr>
      <dsp:spPr>
        <a:xfrm>
          <a:off x="72081" y="2020799"/>
          <a:ext cx="1263525" cy="12635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946254-8ED8-477F-AE9B-6EB503BFAAF7}">
      <dsp:nvSpPr>
        <dsp:cNvPr id="0" name=""/>
        <dsp:cNvSpPr/>
      </dsp:nvSpPr>
      <dsp:spPr>
        <a:xfrm>
          <a:off x="337421" y="2286139"/>
          <a:ext cx="732845" cy="7328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137321-4F55-43ED-9BB4-BB338C22F1BC}">
      <dsp:nvSpPr>
        <dsp:cNvPr id="0" name=""/>
        <dsp:cNvSpPr/>
      </dsp:nvSpPr>
      <dsp:spPr>
        <a:xfrm>
          <a:off x="1606362" y="2020799"/>
          <a:ext cx="2978311" cy="1263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Data: S&amp;P500 data (last 5 years)</a:t>
          </a:r>
        </a:p>
      </dsp:txBody>
      <dsp:txXfrm>
        <a:off x="1606362" y="2020799"/>
        <a:ext cx="2978311" cy="1263525"/>
      </dsp:txXfrm>
    </dsp:sp>
    <dsp:sp modelId="{E85975D4-5C91-42B4-B57C-7485C72EB2F2}">
      <dsp:nvSpPr>
        <dsp:cNvPr id="0" name=""/>
        <dsp:cNvSpPr/>
      </dsp:nvSpPr>
      <dsp:spPr>
        <a:xfrm>
          <a:off x="5103622" y="2020799"/>
          <a:ext cx="1263525" cy="12635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91D412-081D-4279-A48D-2DC88752A94F}">
      <dsp:nvSpPr>
        <dsp:cNvPr id="0" name=""/>
        <dsp:cNvSpPr/>
      </dsp:nvSpPr>
      <dsp:spPr>
        <a:xfrm>
          <a:off x="5368962" y="2286139"/>
          <a:ext cx="732845" cy="7328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4FE626-CAF0-40E6-901A-9E481590B2E9}">
      <dsp:nvSpPr>
        <dsp:cNvPr id="0" name=""/>
        <dsp:cNvSpPr/>
      </dsp:nvSpPr>
      <dsp:spPr>
        <a:xfrm>
          <a:off x="6637903" y="2020799"/>
          <a:ext cx="2978311" cy="1263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Dashboard: prices, returns, sector trends, volatility, predictions</a:t>
          </a:r>
        </a:p>
      </dsp:txBody>
      <dsp:txXfrm>
        <a:off x="6637903" y="2020799"/>
        <a:ext cx="2978311" cy="12635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112DED-78D8-A74A-8AFF-AD8BF1A76937}">
      <dsp:nvSpPr>
        <dsp:cNvPr id="0" name=""/>
        <dsp:cNvSpPr/>
      </dsp:nvSpPr>
      <dsp:spPr>
        <a:xfrm>
          <a:off x="0" y="732986"/>
          <a:ext cx="563880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01E355-98F9-2E4F-B346-7374EED709A2}">
      <dsp:nvSpPr>
        <dsp:cNvPr id="0" name=""/>
        <dsp:cNvSpPr/>
      </dsp:nvSpPr>
      <dsp:spPr>
        <a:xfrm>
          <a:off x="135986" y="454451"/>
          <a:ext cx="1984373" cy="1759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2022</a:t>
          </a:r>
        </a:p>
      </dsp:txBody>
      <dsp:txXfrm>
        <a:off x="135986" y="454451"/>
        <a:ext cx="1984373" cy="175916"/>
      </dsp:txXfrm>
    </dsp:sp>
    <dsp:sp modelId="{166AA6BC-0FEA-CC4E-A0B7-D6800587FC21}">
      <dsp:nvSpPr>
        <dsp:cNvPr id="0" name=""/>
        <dsp:cNvSpPr/>
      </dsp:nvSpPr>
      <dsp:spPr>
        <a:xfrm>
          <a:off x="135986" y="55670"/>
          <a:ext cx="1984373" cy="39878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Typical Stock</a:t>
          </a:r>
        </a:p>
      </dsp:txBody>
      <dsp:txXfrm>
        <a:off x="135986" y="55670"/>
        <a:ext cx="1984373" cy="398781"/>
      </dsp:txXfrm>
    </dsp:sp>
    <dsp:sp modelId="{30C8FE4F-38EA-6440-B1CD-2B010B601201}">
      <dsp:nvSpPr>
        <dsp:cNvPr id="0" name=""/>
        <dsp:cNvSpPr/>
      </dsp:nvSpPr>
      <dsp:spPr>
        <a:xfrm>
          <a:off x="1128172" y="630368"/>
          <a:ext cx="0" cy="102618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BAB8CC-07F0-3D4D-B4AB-FDC903AA2534}">
      <dsp:nvSpPr>
        <dsp:cNvPr id="0" name=""/>
        <dsp:cNvSpPr/>
      </dsp:nvSpPr>
      <dsp:spPr>
        <a:xfrm>
          <a:off x="1263471" y="835604"/>
          <a:ext cx="1984373" cy="1759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2023</a:t>
          </a:r>
        </a:p>
      </dsp:txBody>
      <dsp:txXfrm>
        <a:off x="1263471" y="835604"/>
        <a:ext cx="1984373" cy="175916"/>
      </dsp:txXfrm>
    </dsp:sp>
    <dsp:sp modelId="{A4DA3A49-3C87-4D47-9277-6576E64B5068}">
      <dsp:nvSpPr>
        <dsp:cNvPr id="0" name=""/>
        <dsp:cNvSpPr/>
      </dsp:nvSpPr>
      <dsp:spPr>
        <a:xfrm>
          <a:off x="1263471" y="1011521"/>
          <a:ext cx="1984373" cy="45445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Start of AI (exponential growth)</a:t>
          </a:r>
        </a:p>
      </dsp:txBody>
      <dsp:txXfrm>
        <a:off x="1263471" y="1011521"/>
        <a:ext cx="1984373" cy="454451"/>
      </dsp:txXfrm>
    </dsp:sp>
    <dsp:sp modelId="{CFF8AA34-AD40-C044-AE52-58EFCA3E0B72}">
      <dsp:nvSpPr>
        <dsp:cNvPr id="0" name=""/>
        <dsp:cNvSpPr/>
      </dsp:nvSpPr>
      <dsp:spPr>
        <a:xfrm>
          <a:off x="2255657" y="732986"/>
          <a:ext cx="0" cy="102618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408E1D-DF35-024D-91DE-06709E89E2EC}">
      <dsp:nvSpPr>
        <dsp:cNvPr id="0" name=""/>
        <dsp:cNvSpPr/>
      </dsp:nvSpPr>
      <dsp:spPr>
        <a:xfrm rot="2700000">
          <a:off x="1116770" y="721583"/>
          <a:ext cx="22805" cy="228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1B76AA4-762C-A148-A265-D93CC1AB7689}">
      <dsp:nvSpPr>
        <dsp:cNvPr id="0" name=""/>
        <dsp:cNvSpPr/>
      </dsp:nvSpPr>
      <dsp:spPr>
        <a:xfrm rot="2700000">
          <a:off x="2244255" y="721583"/>
          <a:ext cx="22805" cy="228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0C25299-78AC-9C43-A2A0-08FE3733FAFD}">
      <dsp:nvSpPr>
        <dsp:cNvPr id="0" name=""/>
        <dsp:cNvSpPr/>
      </dsp:nvSpPr>
      <dsp:spPr>
        <a:xfrm>
          <a:off x="2390955" y="454451"/>
          <a:ext cx="1984373" cy="1759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Apr.–June</a:t>
          </a:r>
        </a:p>
      </dsp:txBody>
      <dsp:txXfrm>
        <a:off x="2390955" y="454451"/>
        <a:ext cx="1984373" cy="175916"/>
      </dsp:txXfrm>
    </dsp:sp>
    <dsp:sp modelId="{01310E04-4F21-5D48-AD9D-422830D7D783}">
      <dsp:nvSpPr>
        <dsp:cNvPr id="0" name=""/>
        <dsp:cNvSpPr/>
      </dsp:nvSpPr>
      <dsp:spPr>
        <a:xfrm>
          <a:off x="2390955" y="0"/>
          <a:ext cx="1984373" cy="45445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(2025)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Export bans on AI chips</a:t>
          </a:r>
        </a:p>
      </dsp:txBody>
      <dsp:txXfrm>
        <a:off x="2390955" y="0"/>
        <a:ext cx="1984373" cy="454451"/>
      </dsp:txXfrm>
    </dsp:sp>
    <dsp:sp modelId="{8F1D9B62-7236-EE41-86FC-46293E2A5AAC}">
      <dsp:nvSpPr>
        <dsp:cNvPr id="0" name=""/>
        <dsp:cNvSpPr/>
      </dsp:nvSpPr>
      <dsp:spPr>
        <a:xfrm>
          <a:off x="3383142" y="630368"/>
          <a:ext cx="0" cy="102618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16D682-105C-894F-9575-279901ACD859}">
      <dsp:nvSpPr>
        <dsp:cNvPr id="0" name=""/>
        <dsp:cNvSpPr/>
      </dsp:nvSpPr>
      <dsp:spPr>
        <a:xfrm>
          <a:off x="3518440" y="835604"/>
          <a:ext cx="1984373" cy="1759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September</a:t>
          </a:r>
        </a:p>
      </dsp:txBody>
      <dsp:txXfrm>
        <a:off x="3518440" y="835604"/>
        <a:ext cx="1984373" cy="175916"/>
      </dsp:txXfrm>
    </dsp:sp>
    <dsp:sp modelId="{8039119E-50B1-0640-AF0B-201D1598786E}">
      <dsp:nvSpPr>
        <dsp:cNvPr id="0" name=""/>
        <dsp:cNvSpPr/>
      </dsp:nvSpPr>
      <dsp:spPr>
        <a:xfrm>
          <a:off x="3518440" y="1011521"/>
          <a:ext cx="1984373" cy="45445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(2025)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Partnership with Intel (AI company)</a:t>
          </a:r>
        </a:p>
      </dsp:txBody>
      <dsp:txXfrm>
        <a:off x="3518440" y="1011521"/>
        <a:ext cx="1984373" cy="454451"/>
      </dsp:txXfrm>
    </dsp:sp>
    <dsp:sp modelId="{33054D81-C483-3B42-BAAD-0AD93F48C3E2}">
      <dsp:nvSpPr>
        <dsp:cNvPr id="0" name=""/>
        <dsp:cNvSpPr/>
      </dsp:nvSpPr>
      <dsp:spPr>
        <a:xfrm>
          <a:off x="4510627" y="732986"/>
          <a:ext cx="0" cy="102618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33BE86-39B7-D84E-B2DF-2F0BAA8F4B87}">
      <dsp:nvSpPr>
        <dsp:cNvPr id="0" name=""/>
        <dsp:cNvSpPr/>
      </dsp:nvSpPr>
      <dsp:spPr>
        <a:xfrm rot="2700000">
          <a:off x="3371739" y="721583"/>
          <a:ext cx="22805" cy="228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D4D1713-AF4B-2D4C-A85D-9E1B1EF87C9D}">
      <dsp:nvSpPr>
        <dsp:cNvPr id="0" name=""/>
        <dsp:cNvSpPr/>
      </dsp:nvSpPr>
      <dsp:spPr>
        <a:xfrm rot="2700000">
          <a:off x="4499224" y="721583"/>
          <a:ext cx="22805" cy="228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112DED-78D8-A74A-8AFF-AD8BF1A76937}">
      <dsp:nvSpPr>
        <dsp:cNvPr id="0" name=""/>
        <dsp:cNvSpPr/>
      </dsp:nvSpPr>
      <dsp:spPr>
        <a:xfrm>
          <a:off x="0" y="732986"/>
          <a:ext cx="563880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01E355-98F9-2E4F-B346-7374EED709A2}">
      <dsp:nvSpPr>
        <dsp:cNvPr id="0" name=""/>
        <dsp:cNvSpPr/>
      </dsp:nvSpPr>
      <dsp:spPr>
        <a:xfrm>
          <a:off x="135986" y="454451"/>
          <a:ext cx="1984373" cy="1759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Mar. 2020</a:t>
          </a:r>
        </a:p>
      </dsp:txBody>
      <dsp:txXfrm>
        <a:off x="135986" y="454451"/>
        <a:ext cx="1984373" cy="175916"/>
      </dsp:txXfrm>
    </dsp:sp>
    <dsp:sp modelId="{166AA6BC-0FEA-CC4E-A0B7-D6800587FC21}">
      <dsp:nvSpPr>
        <dsp:cNvPr id="0" name=""/>
        <dsp:cNvSpPr/>
      </dsp:nvSpPr>
      <dsp:spPr>
        <a:xfrm>
          <a:off x="135986" y="55670"/>
          <a:ext cx="1984373" cy="39878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Pandemic Shutdown</a:t>
          </a:r>
        </a:p>
      </dsp:txBody>
      <dsp:txXfrm>
        <a:off x="135986" y="55670"/>
        <a:ext cx="1984373" cy="398781"/>
      </dsp:txXfrm>
    </dsp:sp>
    <dsp:sp modelId="{30C8FE4F-38EA-6440-B1CD-2B010B601201}">
      <dsp:nvSpPr>
        <dsp:cNvPr id="0" name=""/>
        <dsp:cNvSpPr/>
      </dsp:nvSpPr>
      <dsp:spPr>
        <a:xfrm>
          <a:off x="1128172" y="630368"/>
          <a:ext cx="0" cy="102618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9ABCAF-0E4B-0E40-A2B8-1E134C9ED0FE}">
      <dsp:nvSpPr>
        <dsp:cNvPr id="0" name=""/>
        <dsp:cNvSpPr/>
      </dsp:nvSpPr>
      <dsp:spPr>
        <a:xfrm>
          <a:off x="1263471" y="835604"/>
          <a:ext cx="1984373" cy="1759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June 2020</a:t>
          </a:r>
        </a:p>
      </dsp:txBody>
      <dsp:txXfrm>
        <a:off x="1263471" y="835604"/>
        <a:ext cx="1984373" cy="175916"/>
      </dsp:txXfrm>
    </dsp:sp>
    <dsp:sp modelId="{B6309C16-8D35-E34B-9D5E-8BC19149BE4A}">
      <dsp:nvSpPr>
        <dsp:cNvPr id="0" name=""/>
        <dsp:cNvSpPr/>
      </dsp:nvSpPr>
      <dsp:spPr>
        <a:xfrm>
          <a:off x="1263471" y="1011521"/>
          <a:ext cx="1984373" cy="39878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Starts to rebound</a:t>
          </a:r>
        </a:p>
      </dsp:txBody>
      <dsp:txXfrm>
        <a:off x="1263471" y="1011521"/>
        <a:ext cx="1984373" cy="398781"/>
      </dsp:txXfrm>
    </dsp:sp>
    <dsp:sp modelId="{F5763EEF-6740-0141-BEC0-882BFF3058B9}">
      <dsp:nvSpPr>
        <dsp:cNvPr id="0" name=""/>
        <dsp:cNvSpPr/>
      </dsp:nvSpPr>
      <dsp:spPr>
        <a:xfrm>
          <a:off x="2255657" y="732986"/>
          <a:ext cx="0" cy="102618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408E1D-DF35-024D-91DE-06709E89E2EC}">
      <dsp:nvSpPr>
        <dsp:cNvPr id="0" name=""/>
        <dsp:cNvSpPr/>
      </dsp:nvSpPr>
      <dsp:spPr>
        <a:xfrm rot="2700000">
          <a:off x="1116770" y="721583"/>
          <a:ext cx="22805" cy="228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1B64414-C021-704E-8852-DCBC9BC123D6}">
      <dsp:nvSpPr>
        <dsp:cNvPr id="0" name=""/>
        <dsp:cNvSpPr/>
      </dsp:nvSpPr>
      <dsp:spPr>
        <a:xfrm rot="2700000">
          <a:off x="2244255" y="721583"/>
          <a:ext cx="22805" cy="228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B8586C2-E589-814C-9929-D7384B279330}">
      <dsp:nvSpPr>
        <dsp:cNvPr id="0" name=""/>
        <dsp:cNvSpPr/>
      </dsp:nvSpPr>
      <dsp:spPr>
        <a:xfrm>
          <a:off x="2390955" y="454451"/>
          <a:ext cx="1984373" cy="1759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Dec. 2022</a:t>
          </a:r>
        </a:p>
      </dsp:txBody>
      <dsp:txXfrm>
        <a:off x="2390955" y="454451"/>
        <a:ext cx="1984373" cy="175916"/>
      </dsp:txXfrm>
    </dsp:sp>
    <dsp:sp modelId="{53ECC961-62F4-DB47-8957-886E27B768B2}">
      <dsp:nvSpPr>
        <dsp:cNvPr id="0" name=""/>
        <dsp:cNvSpPr/>
      </dsp:nvSpPr>
      <dsp:spPr>
        <a:xfrm>
          <a:off x="2390955" y="55670"/>
          <a:ext cx="1984373" cy="39878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Drops again</a:t>
          </a:r>
        </a:p>
      </dsp:txBody>
      <dsp:txXfrm>
        <a:off x="2390955" y="55670"/>
        <a:ext cx="1984373" cy="398781"/>
      </dsp:txXfrm>
    </dsp:sp>
    <dsp:sp modelId="{A423DEBC-9789-D545-BE31-2FE4B749F180}">
      <dsp:nvSpPr>
        <dsp:cNvPr id="0" name=""/>
        <dsp:cNvSpPr/>
      </dsp:nvSpPr>
      <dsp:spPr>
        <a:xfrm>
          <a:off x="3383142" y="630368"/>
          <a:ext cx="0" cy="102618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C205B6-B01C-864D-9B70-4FA3B67C882C}">
      <dsp:nvSpPr>
        <dsp:cNvPr id="0" name=""/>
        <dsp:cNvSpPr/>
      </dsp:nvSpPr>
      <dsp:spPr>
        <a:xfrm>
          <a:off x="3518440" y="835604"/>
          <a:ext cx="1984373" cy="1759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Jan. 2023</a:t>
          </a:r>
        </a:p>
      </dsp:txBody>
      <dsp:txXfrm>
        <a:off x="3518440" y="835604"/>
        <a:ext cx="1984373" cy="175916"/>
      </dsp:txXfrm>
    </dsp:sp>
    <dsp:sp modelId="{602695D4-3D7B-6F4C-BB86-612DDBF7233E}">
      <dsp:nvSpPr>
        <dsp:cNvPr id="0" name=""/>
        <dsp:cNvSpPr/>
      </dsp:nvSpPr>
      <dsp:spPr>
        <a:xfrm>
          <a:off x="3518440" y="1011521"/>
          <a:ext cx="1984373" cy="39878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Stock on the rise</a:t>
          </a:r>
        </a:p>
      </dsp:txBody>
      <dsp:txXfrm>
        <a:off x="3518440" y="1011521"/>
        <a:ext cx="1984373" cy="398781"/>
      </dsp:txXfrm>
    </dsp:sp>
    <dsp:sp modelId="{D4793CAE-66D6-C949-8580-2850C6830CE6}">
      <dsp:nvSpPr>
        <dsp:cNvPr id="0" name=""/>
        <dsp:cNvSpPr/>
      </dsp:nvSpPr>
      <dsp:spPr>
        <a:xfrm>
          <a:off x="4510627" y="732986"/>
          <a:ext cx="0" cy="102618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CB6B63-89DC-324F-B419-592736A566C4}">
      <dsp:nvSpPr>
        <dsp:cNvPr id="0" name=""/>
        <dsp:cNvSpPr/>
      </dsp:nvSpPr>
      <dsp:spPr>
        <a:xfrm rot="2700000">
          <a:off x="3371739" y="721583"/>
          <a:ext cx="22805" cy="228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D9E4A7F-6506-314D-90D6-655FBE0078D2}">
      <dsp:nvSpPr>
        <dsp:cNvPr id="0" name=""/>
        <dsp:cNvSpPr/>
      </dsp:nvSpPr>
      <dsp:spPr>
        <a:xfrm rot="2700000">
          <a:off x="4499224" y="721583"/>
          <a:ext cx="22805" cy="228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8C4BB6-790D-D04A-A4DD-61C6792FA29E}">
      <dsp:nvSpPr>
        <dsp:cNvPr id="0" name=""/>
        <dsp:cNvSpPr/>
      </dsp:nvSpPr>
      <dsp:spPr>
        <a:xfrm>
          <a:off x="0" y="56301"/>
          <a:ext cx="4959603" cy="6388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Include More Data</a:t>
          </a:r>
        </a:p>
      </dsp:txBody>
      <dsp:txXfrm>
        <a:off x="31185" y="87486"/>
        <a:ext cx="4897233" cy="576450"/>
      </dsp:txXfrm>
    </dsp:sp>
    <dsp:sp modelId="{5551CBC0-E9A9-B74B-8B0D-EDEF97E1D871}">
      <dsp:nvSpPr>
        <dsp:cNvPr id="0" name=""/>
        <dsp:cNvSpPr/>
      </dsp:nvSpPr>
      <dsp:spPr>
        <a:xfrm>
          <a:off x="0" y="695121"/>
          <a:ext cx="4959603" cy="632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467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macroeconomic indicators (interest rates, inflation, etc.)</a:t>
          </a:r>
        </a:p>
      </dsp:txBody>
      <dsp:txXfrm>
        <a:off x="0" y="695121"/>
        <a:ext cx="4959603" cy="632385"/>
      </dsp:txXfrm>
    </dsp:sp>
    <dsp:sp modelId="{22AFD1AF-3C0F-E446-B364-E4C5BABE8E4A}">
      <dsp:nvSpPr>
        <dsp:cNvPr id="0" name=""/>
        <dsp:cNvSpPr/>
      </dsp:nvSpPr>
      <dsp:spPr>
        <a:xfrm>
          <a:off x="0" y="1327506"/>
          <a:ext cx="4959603" cy="6388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Test More Models</a:t>
          </a:r>
        </a:p>
      </dsp:txBody>
      <dsp:txXfrm>
        <a:off x="31185" y="1358691"/>
        <a:ext cx="4897233" cy="576450"/>
      </dsp:txXfrm>
    </dsp:sp>
    <dsp:sp modelId="{BF66E01E-3129-9546-87B7-8A11B5E91B16}">
      <dsp:nvSpPr>
        <dsp:cNvPr id="0" name=""/>
        <dsp:cNvSpPr/>
      </dsp:nvSpPr>
      <dsp:spPr>
        <a:xfrm>
          <a:off x="0" y="1966326"/>
          <a:ext cx="4959603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467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LSTM  (Long Short-Term Memory)</a:t>
          </a:r>
        </a:p>
      </dsp:txBody>
      <dsp:txXfrm>
        <a:off x="0" y="1966326"/>
        <a:ext cx="4959603" cy="430560"/>
      </dsp:txXfrm>
    </dsp:sp>
    <dsp:sp modelId="{E05A3A9E-963E-CF44-880D-CCFC0BE5BCCF}">
      <dsp:nvSpPr>
        <dsp:cNvPr id="0" name=""/>
        <dsp:cNvSpPr/>
      </dsp:nvSpPr>
      <dsp:spPr>
        <a:xfrm>
          <a:off x="0" y="2396887"/>
          <a:ext cx="4959603" cy="6388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Incorporate</a:t>
          </a:r>
        </a:p>
      </dsp:txBody>
      <dsp:txXfrm>
        <a:off x="31185" y="2428072"/>
        <a:ext cx="4897233" cy="576450"/>
      </dsp:txXfrm>
    </dsp:sp>
    <dsp:sp modelId="{7C0B1DC8-0035-BE43-8DC5-437158D012D7}">
      <dsp:nvSpPr>
        <dsp:cNvPr id="0" name=""/>
        <dsp:cNvSpPr/>
      </dsp:nvSpPr>
      <dsp:spPr>
        <a:xfrm>
          <a:off x="0" y="3035707"/>
          <a:ext cx="4959603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467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hyperparameter tuning</a:t>
          </a:r>
        </a:p>
      </dsp:txBody>
      <dsp:txXfrm>
        <a:off x="0" y="3035707"/>
        <a:ext cx="4959603" cy="4305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7/3/layout/HorizontalLabelsTimeline">
  <dgm:title val="Horizontal Labels Timeline"/>
  <dgm:desc val="Use to show a list of events in chronological order. The rectangular shape contains the description while the date is shown immediately below. It can display a large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/>
    </dgm:constrLst>
    <dgm:layoutNode name="divider" styleLbl="fgAcc1">
      <dgm:alg type="sp"/>
      <dgm:shape xmlns:r="http://schemas.openxmlformats.org/officeDocument/2006/relationships" type="line" r:blip="" zOrderOff="-1">
        <dgm:adjLst/>
      </dgm:shap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hoose name="constrBasedOnChildrenCount">
        <dgm:if name="constrForTwoChildren" axis="ch" ptType="node" func="cnt" op="lte" val="2">
          <dgm:constrLst>
            <dgm:constr type="primFontSz" for="des" forName="L1TextContainer" val="20"/>
            <dgm:constr type="primFontSz" for="des" forName="L2TextContainer" refType="primFontSz" refFor="des" refForName="L1TextContainer" op="equ" fact="0.85"/>
            <dgm:constr type="w" for="ch" forName="composite" refType="w"/>
            <dgm:constr type="h" for="ch" forName="composite" refType="h"/>
            <dgm:constr type="w" for="ch" forName="spaceBetweenRectangles" refType="w" refFor="ch" refForName="composite" fact="0"/>
            <dgm:constr type="w" for="ch" ptType="sibTrans" op="equ"/>
            <dgm:constr type="primFontSz" for="des" forName="L1TextContainer" op="equ"/>
            <dgm:constr type="primFontSz" for="des" forName="L2TextContainer" op="equ"/>
          </dgm:constrLst>
        </dgm:if>
        <dgm:else name="constrForRest">
          <dgm:constrLst>
            <dgm:constr type="primFontSz" for="des" forName="L1TextContainer" val="20"/>
            <dgm:constr type="primFontSz" for="des" forName="L2TextContainer" refType="primFontSz" refFor="des" refForName="L1TextContainer" op="equ" fact="0.85"/>
            <dgm:constr type="w" for="ch" forName="composite" refType="w"/>
            <dgm:constr type="h" for="ch" forName="composite" refType="h"/>
            <dgm:constr type="w" for="ch" forName="spaceBetweenRectangles" refType="w" refFor="ch" refForName="composite" fact="-0.5"/>
            <dgm:constr type="w" for="ch" ptType="sibTrans" op="equ"/>
            <dgm:constr type="primFontSz" for="des" forName="L1TextContainer" op="equ"/>
            <dgm:constr type="primFontSz" for="des" forName="L2TextContainer" op="equ"/>
          </dgm:constrLst>
        </dgm:else>
      </dgm:choose>
      <dgm:forEach name="nodesForEach" axis="ch" ptType="node">
        <dgm:layoutNode name="composite">
          <dgm:alg type="composite"/>
          <dgm:shape xmlns:r="http://schemas.openxmlformats.org/officeDocument/2006/relationships" r:blip="">
            <dgm:adjLst/>
          </dgm:shape>
          <dgm:choose name="CaseForPlacingNodesAboveAndBelowDivider">
            <dgm:if name="CaseForPlacingNodeAboveDivider" axis="self" ptType="node" func="posOdd" op="equ" val="1">
              <dgm:constrLst>
                <dgm:constr type="w" for="ch" forName="L1TextContainer" refType="w" fact="0.88"/>
                <dgm:constr type="l" for="ch" forName="L1TextContainer" refType="w" fact="0.06"/>
                <dgm:constr type="h" for="ch" forName="L1TextContainer" refType="h" fact="0.12"/>
                <dgm:constr type="t" for="ch" forName="L1TextContainer" refType="h" fact="0.31"/>
                <dgm:constr type="w" for="ch" forName="L2TextContainerWrapper" refType="w" fact="0.88"/>
                <dgm:constr type="l" for="ch" forName="L2TextContainerWrapper" refType="w" fact="0.06"/>
                <dgm:constr type="h" for="ch" forName="L2TextContainerWrapper" refType="h" fact="0.31"/>
                <dgm:constr type="b" for="ch" forName="L2TextContainerWrapper" refType="h" fact="0.31"/>
                <dgm:constr type="w" for="ch" forName="ConnectLine"/>
                <dgm:constr type="ctrX" for="ch" forName="ConnectLine" refType="w" fact="0.5"/>
                <dgm:constr type="h" for="ch" forName="ConnectLine" refType="h" fact="0.07"/>
                <dgm:constr type="t" for="ch" forName="ConnectLine" refType="h" fact="0.43"/>
                <dgm:constr type="w" for="ch" forName="ConnectorPoint" refType="h" fact="0.022"/>
                <dgm:constr type="h" for="ch" forName="ConnectorPoint" refType="h" fact="0.022"/>
                <dgm:constr type="ctrX" for="ch" forName="ConnectorPoint" refType="w" fact="0.5"/>
                <dgm:constr type="ctrY" for="ch" forName="ConnectorPoint" refType="h" fact="0.5"/>
                <dgm:constr type="w" for="ch" forName="EmptyPlaceHolder" refType="w"/>
                <dgm:constr type="h" for="ch" forName="EmptyPlaceHolder" refType="h" fact="0.5"/>
                <dgm:constr type="t" for="ch" forName="EmptyPlaceHolder" refType="h" fact="0.5"/>
              </dgm:constrLst>
            </dgm:if>
            <dgm:else name="CaseForPlacingNodeBelowDivider">
              <dgm:constrLst>
                <dgm:constr type="w" for="ch" forName="L1TextContainer" refType="w" fact="0.88"/>
                <dgm:constr type="l" for="ch" forName="L1TextContainer" refType="w" fact="0.06"/>
                <dgm:constr type="h" for="ch" forName="L1TextContainer" refType="h" fact="0.12"/>
                <dgm:constr type="t" for="ch" forName="L1TextContainer" refType="h" fact="0.57"/>
                <dgm:constr type="w" for="ch" forName="L2TextContainerWrapper" refType="w" fact="0.88"/>
                <dgm:constr type="l" for="ch" forName="L2TextContainerWrapper" refType="w" fact="0.06"/>
                <dgm:constr type="h" for="ch" forName="L2TextContainerWrapper" refType="h" fact="0.31"/>
                <dgm:constr type="t" for="ch" forName="L2TextContainerWrapper" refType="h" fact="0.69"/>
                <dgm:constr type="w" for="ch" forName="ConnectLine"/>
                <dgm:constr type="ctrX" for="ch" forName="ConnectLine" refType="w" fact="0.5"/>
                <dgm:constr type="h" for="ch" forName="ConnectLine" refType="h" fact="0.07"/>
                <dgm:constr type="t" for="ch" forName="ConnectLine" refType="h" fact="0.5"/>
                <dgm:constr type="w" for="ch" forName="ConnectorPoint" refType="h" fact="0.022"/>
                <dgm:constr type="h" for="ch" forName="ConnectorPoint" refType="h" fact="0.022"/>
                <dgm:constr type="ctrX" for="ch" forName="ConnectorPoint" refType="w" fact="0.5"/>
                <dgm:constr type="ctrY" for="ch" forName="ConnectorPoint" refType="h" fact="0.5"/>
                <dgm:constr type="w" for="ch" forName="EmptyPlaceHolder" refType="w"/>
                <dgm:constr type="h" for="ch" forName="EmptyPlaceHolder" refType="h" fact="0.5"/>
                <dgm:constr type="t" for="ch" forName="EmptyPlaceHolder" refType="h" fact="0"/>
              </dgm:constrLst>
            </dgm:else>
          </dgm:choose>
          <dgm:layoutNode name="L1TextContainer" styleLbl="alignNode1">
            <dgm:varLst>
              <dgm:chMax val="1"/>
              <dgm:chPref val="1"/>
              <dgm:bulletEnabled val="1"/>
            </dgm:varLst>
            <dgm:alg type="tx">
              <dgm:param type="txAnchorVert" val="mid"/>
              <dgm:param type="parTxLTRAlign" val="ctr"/>
              <dgm:param type="parTxRTLAlign" val="ctr"/>
            </dgm:alg>
            <dgm:shape xmlns:r="http://schemas.openxmlformats.org/officeDocument/2006/relationships" type="rect" r:blip="">
              <dgm:adjLst/>
            </dgm:shape>
            <dgm:presOf axis="self"/>
            <dgm:constrLst>
              <dgm:constr type="tMarg" refType="primFontSz" fact="0.4"/>
              <dgm:constr type="bMarg" refType="primFontSz" fact="0.4"/>
              <dgm:constr type="lMarg" refType="primFontSz" fact="0.4"/>
              <dgm:constr type="rMarg" refType="primFontSz" fact="0.4"/>
            </dgm:constrLst>
            <dgm:ruleLst>
              <dgm:rule type="primFontSz" val="14" fact="NaN" max="NaN"/>
            </dgm:ruleLst>
          </dgm:layoutNode>
          <dgm:layoutNode name="L2TextContainerWrapper">
            <dgm:varLst>
              <dgm:bulletEnabled val="1"/>
            </dgm:varLst>
            <dgm:alg type="composite"/>
            <dgm:choose name="L2TextContainerConstr">
              <dgm:if name="CaseForPlacingL2TextContaineAboveDivider" axis="self" ptType="node" func="posOdd" op="equ" val="1">
                <dgm:constrLst>
                  <dgm:constr type="h" for="ch" forName="L2TextContainer" refType="h" fact="0.39"/>
                  <dgm:constr type="b" for="ch" forName="L2TextContainer" refType="h"/>
                  <dgm:constr type="h" for="ch" forName="FlexibleEmptyPlaceHolder" refType="h" fact="0.61"/>
                </dgm:constrLst>
              </dgm:if>
              <dgm:else name="CaseForPlacingL2TextContaineBelowDivider">
                <dgm:constrLst>
                  <dgm:constr type="h" for="ch" forName="L2TextContainer" refType="h" fact="0.39"/>
                  <dgm:constr type="h" for="ch" forName="FlexibleEmptyPlaceHolder" refType="h" fact="0.61"/>
                  <dgm:constr type="b" for="ch" forName="FlexibleEmptyPlaceHolder" refType="h"/>
                </dgm:constrLst>
              </dgm:else>
            </dgm:choose>
            <dgm:layoutNode name="L2TextContainer" styleLbl="bgAccFollowNode1" moveWith="L1TextContainer">
              <dgm:choose name="L2TextContainerAlgo">
                <dgm:if name="L2TextContainerAlgoLTR" func="var" arg="dir" op="equ" val="norm">
                  <dgm:alg type="tx">
                    <dgm:param type="txAnchorVert" val="mid"/>
                    <dgm:param type="parTxRTLAlign" val="l"/>
                    <dgm:param type="parTxLTRAlign" val="l"/>
                    <dgm:param type="txAnchorVertCh" val="mid"/>
                    <dgm:param type="shpTxRTLAlignCh" val="l"/>
                    <dgm:param type="shpTxLTRAlignCh" val="l"/>
                  </dgm:alg>
                </dgm:if>
                <dgm:else name="L2TextContainerAlgoRTL">
                  <dgm:alg type="tx">
                    <dgm:param type="txAnchorVert" val="mid"/>
                    <dgm:param type="parTxRTLAlign" val="r"/>
                    <dgm:param type="parTxLTRAlign" val="r"/>
                    <dgm:param type="txAnchorVertCh" val="mid"/>
                    <dgm:param type="shpTxRTLAlignCh" val="r"/>
                    <dgm:param type="shpTxLTRAlignCh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 fact="0.75"/>
                <dgm:constr type="bMarg" refType="primFontSz" fact="0.75"/>
                <dgm:constr type="lMarg" refType="primFontSz" fact="0.75"/>
                <dgm:constr type="rMarg" refType="primFontSz" fact="0.75"/>
              </dgm:constrLst>
              <dgm:ruleLst>
                <dgm:rule type="h" val="INF" fact="NaN" max="NaN"/>
                <dgm:rule type="primFontSz" val="12" fact="NaN" max="NaN"/>
                <dgm:rule type="secFontSz" val="10" fact="NaN" max="NaN"/>
              </dgm:ruleLst>
            </dgm:layoutNode>
            <dgm:layoutNode name="FlexibleEmptyPlaceHolder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</dgm:layoutNode>
          </dgm:layoutNode>
          <dgm:layoutNode name="ConnectLine" styleLbl="sibTrans1D1" moveWith="L1TextContainer">
            <dgm:alg type="sp"/>
            <dgm:shape xmlns:r="http://schemas.openxmlformats.org/officeDocument/2006/relationships" type="line" r:blip="">
              <dgm:adjLst/>
            </dgm:shape>
            <dgm:presOf/>
            <dgm:constrLst/>
          </dgm:layoutNode>
          <dgm:layoutNode name="ConnectorPoint" styleLbl="node1" moveWith="L1TextContainer">
            <dgm:alg type="sp"/>
            <dgm:shape xmlns:r="http://schemas.openxmlformats.org/officeDocument/2006/relationships" rot="45" type="rect" r:blip="" zOrderOff="10">
              <dgm:adjLst/>
              <dgm:extLst>
                <a:ext uri="{B698B0E9-8C71-41B9-8309-B3DCBF30829C}">
                  <dgm1612:spPr xmlns:dgm1612="http://schemas.microsoft.com/office/drawing/2016/12/diagram">
                    <a:ln w="6350"/>
                  </dgm1612:spPr>
                </a:ext>
              </dgm:extLst>
            </dgm:shape>
            <dgm:presOf/>
            <dgm:constrLst/>
          </dgm:layoutNode>
          <dgm:layoutNode name="EmptyPlaceHolder">
            <dgm:alg type="sp"/>
            <dgm:shape xmlns:r="http://schemas.openxmlformats.org/officeDocument/2006/relationships" r:blip="">
              <dgm:adjLst/>
            </dgm:shape>
            <dgm:presOf/>
            <dgm:constrLst/>
          </dgm:layoutNode>
        </dgm:layoutNode>
        <dgm:forEach name="Name28" axis="followSib" ptType="sibTrans" cnt="1">
          <dgm:layoutNode name="spaceBetweenRectangle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7/3/layout/HorizontalLabelsTimeline">
  <dgm:title val="Horizontal Labels Timeline"/>
  <dgm:desc val="Use to show a list of events in chronological order. The rectangular shape contains the description while the date is shown immediately below. It can display a large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/>
    </dgm:constrLst>
    <dgm:layoutNode name="divider" styleLbl="fgAcc1">
      <dgm:alg type="sp"/>
      <dgm:shape xmlns:r="http://schemas.openxmlformats.org/officeDocument/2006/relationships" type="line" r:blip="" zOrderOff="-1">
        <dgm:adjLst/>
      </dgm:shap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hoose name="constrBasedOnChildrenCount">
        <dgm:if name="constrForTwoChildren" axis="ch" ptType="node" func="cnt" op="lte" val="2">
          <dgm:constrLst>
            <dgm:constr type="primFontSz" for="des" forName="L1TextContainer" val="20"/>
            <dgm:constr type="primFontSz" for="des" forName="L2TextContainer" refType="primFontSz" refFor="des" refForName="L1TextContainer" op="equ" fact="0.85"/>
            <dgm:constr type="w" for="ch" forName="composite" refType="w"/>
            <dgm:constr type="h" for="ch" forName="composite" refType="h"/>
            <dgm:constr type="w" for="ch" forName="spaceBetweenRectangles" refType="w" refFor="ch" refForName="composite" fact="0"/>
            <dgm:constr type="w" for="ch" ptType="sibTrans" op="equ"/>
            <dgm:constr type="primFontSz" for="des" forName="L1TextContainer" op="equ"/>
            <dgm:constr type="primFontSz" for="des" forName="L2TextContainer" op="equ"/>
          </dgm:constrLst>
        </dgm:if>
        <dgm:else name="constrForRest">
          <dgm:constrLst>
            <dgm:constr type="primFontSz" for="des" forName="L1TextContainer" val="20"/>
            <dgm:constr type="primFontSz" for="des" forName="L2TextContainer" refType="primFontSz" refFor="des" refForName="L1TextContainer" op="equ" fact="0.85"/>
            <dgm:constr type="w" for="ch" forName="composite" refType="w"/>
            <dgm:constr type="h" for="ch" forName="composite" refType="h"/>
            <dgm:constr type="w" for="ch" forName="spaceBetweenRectangles" refType="w" refFor="ch" refForName="composite" fact="-0.5"/>
            <dgm:constr type="w" for="ch" ptType="sibTrans" op="equ"/>
            <dgm:constr type="primFontSz" for="des" forName="L1TextContainer" op="equ"/>
            <dgm:constr type="primFontSz" for="des" forName="L2TextContainer" op="equ"/>
          </dgm:constrLst>
        </dgm:else>
      </dgm:choose>
      <dgm:forEach name="nodesForEach" axis="ch" ptType="node">
        <dgm:layoutNode name="composite">
          <dgm:alg type="composite"/>
          <dgm:shape xmlns:r="http://schemas.openxmlformats.org/officeDocument/2006/relationships" r:blip="">
            <dgm:adjLst/>
          </dgm:shape>
          <dgm:choose name="CaseForPlacingNodesAboveAndBelowDivider">
            <dgm:if name="CaseForPlacingNodeAboveDivider" axis="self" ptType="node" func="posOdd" op="equ" val="1">
              <dgm:constrLst>
                <dgm:constr type="w" for="ch" forName="L1TextContainer" refType="w" fact="0.88"/>
                <dgm:constr type="l" for="ch" forName="L1TextContainer" refType="w" fact="0.06"/>
                <dgm:constr type="h" for="ch" forName="L1TextContainer" refType="h" fact="0.12"/>
                <dgm:constr type="t" for="ch" forName="L1TextContainer" refType="h" fact="0.31"/>
                <dgm:constr type="w" for="ch" forName="L2TextContainerWrapper" refType="w" fact="0.88"/>
                <dgm:constr type="l" for="ch" forName="L2TextContainerWrapper" refType="w" fact="0.06"/>
                <dgm:constr type="h" for="ch" forName="L2TextContainerWrapper" refType="h" fact="0.31"/>
                <dgm:constr type="b" for="ch" forName="L2TextContainerWrapper" refType="h" fact="0.31"/>
                <dgm:constr type="w" for="ch" forName="ConnectLine"/>
                <dgm:constr type="ctrX" for="ch" forName="ConnectLine" refType="w" fact="0.5"/>
                <dgm:constr type="h" for="ch" forName="ConnectLine" refType="h" fact="0.07"/>
                <dgm:constr type="t" for="ch" forName="ConnectLine" refType="h" fact="0.43"/>
                <dgm:constr type="w" for="ch" forName="ConnectorPoint" refType="h" fact="0.022"/>
                <dgm:constr type="h" for="ch" forName="ConnectorPoint" refType="h" fact="0.022"/>
                <dgm:constr type="ctrX" for="ch" forName="ConnectorPoint" refType="w" fact="0.5"/>
                <dgm:constr type="ctrY" for="ch" forName="ConnectorPoint" refType="h" fact="0.5"/>
                <dgm:constr type="w" for="ch" forName="EmptyPlaceHolder" refType="w"/>
                <dgm:constr type="h" for="ch" forName="EmptyPlaceHolder" refType="h" fact="0.5"/>
                <dgm:constr type="t" for="ch" forName="EmptyPlaceHolder" refType="h" fact="0.5"/>
              </dgm:constrLst>
            </dgm:if>
            <dgm:else name="CaseForPlacingNodeBelowDivider">
              <dgm:constrLst>
                <dgm:constr type="w" for="ch" forName="L1TextContainer" refType="w" fact="0.88"/>
                <dgm:constr type="l" for="ch" forName="L1TextContainer" refType="w" fact="0.06"/>
                <dgm:constr type="h" for="ch" forName="L1TextContainer" refType="h" fact="0.12"/>
                <dgm:constr type="t" for="ch" forName="L1TextContainer" refType="h" fact="0.57"/>
                <dgm:constr type="w" for="ch" forName="L2TextContainerWrapper" refType="w" fact="0.88"/>
                <dgm:constr type="l" for="ch" forName="L2TextContainerWrapper" refType="w" fact="0.06"/>
                <dgm:constr type="h" for="ch" forName="L2TextContainerWrapper" refType="h" fact="0.31"/>
                <dgm:constr type="t" for="ch" forName="L2TextContainerWrapper" refType="h" fact="0.69"/>
                <dgm:constr type="w" for="ch" forName="ConnectLine"/>
                <dgm:constr type="ctrX" for="ch" forName="ConnectLine" refType="w" fact="0.5"/>
                <dgm:constr type="h" for="ch" forName="ConnectLine" refType="h" fact="0.07"/>
                <dgm:constr type="t" for="ch" forName="ConnectLine" refType="h" fact="0.5"/>
                <dgm:constr type="w" for="ch" forName="ConnectorPoint" refType="h" fact="0.022"/>
                <dgm:constr type="h" for="ch" forName="ConnectorPoint" refType="h" fact="0.022"/>
                <dgm:constr type="ctrX" for="ch" forName="ConnectorPoint" refType="w" fact="0.5"/>
                <dgm:constr type="ctrY" for="ch" forName="ConnectorPoint" refType="h" fact="0.5"/>
                <dgm:constr type="w" for="ch" forName="EmptyPlaceHolder" refType="w"/>
                <dgm:constr type="h" for="ch" forName="EmptyPlaceHolder" refType="h" fact="0.5"/>
                <dgm:constr type="t" for="ch" forName="EmptyPlaceHolder" refType="h" fact="0"/>
              </dgm:constrLst>
            </dgm:else>
          </dgm:choose>
          <dgm:layoutNode name="L1TextContainer" styleLbl="alignNode1">
            <dgm:varLst>
              <dgm:chMax val="1"/>
              <dgm:chPref val="1"/>
              <dgm:bulletEnabled val="1"/>
            </dgm:varLst>
            <dgm:alg type="tx">
              <dgm:param type="txAnchorVert" val="mid"/>
              <dgm:param type="parTxLTRAlign" val="ctr"/>
              <dgm:param type="parTxRTLAlign" val="ctr"/>
            </dgm:alg>
            <dgm:shape xmlns:r="http://schemas.openxmlformats.org/officeDocument/2006/relationships" type="rect" r:blip="">
              <dgm:adjLst/>
            </dgm:shape>
            <dgm:presOf axis="self"/>
            <dgm:constrLst>
              <dgm:constr type="tMarg" refType="primFontSz" fact="0.4"/>
              <dgm:constr type="bMarg" refType="primFontSz" fact="0.4"/>
              <dgm:constr type="lMarg" refType="primFontSz" fact="0.4"/>
              <dgm:constr type="rMarg" refType="primFontSz" fact="0.4"/>
            </dgm:constrLst>
            <dgm:ruleLst>
              <dgm:rule type="primFontSz" val="14" fact="NaN" max="NaN"/>
            </dgm:ruleLst>
          </dgm:layoutNode>
          <dgm:layoutNode name="L2TextContainerWrapper">
            <dgm:varLst>
              <dgm:bulletEnabled val="1"/>
            </dgm:varLst>
            <dgm:alg type="composite"/>
            <dgm:choose name="L2TextContainerConstr">
              <dgm:if name="CaseForPlacingL2TextContaineAboveDivider" axis="self" ptType="node" func="posOdd" op="equ" val="1">
                <dgm:constrLst>
                  <dgm:constr type="h" for="ch" forName="L2TextContainer" refType="h" fact="0.39"/>
                  <dgm:constr type="b" for="ch" forName="L2TextContainer" refType="h"/>
                  <dgm:constr type="h" for="ch" forName="FlexibleEmptyPlaceHolder" refType="h" fact="0.61"/>
                </dgm:constrLst>
              </dgm:if>
              <dgm:else name="CaseForPlacingL2TextContaineBelowDivider">
                <dgm:constrLst>
                  <dgm:constr type="h" for="ch" forName="L2TextContainer" refType="h" fact="0.39"/>
                  <dgm:constr type="h" for="ch" forName="FlexibleEmptyPlaceHolder" refType="h" fact="0.61"/>
                  <dgm:constr type="b" for="ch" forName="FlexibleEmptyPlaceHolder" refType="h"/>
                </dgm:constrLst>
              </dgm:else>
            </dgm:choose>
            <dgm:layoutNode name="L2TextContainer" styleLbl="bgAccFollowNode1" moveWith="L1TextContainer">
              <dgm:choose name="L2TextContainerAlgo">
                <dgm:if name="L2TextContainerAlgoLTR" func="var" arg="dir" op="equ" val="norm">
                  <dgm:alg type="tx">
                    <dgm:param type="txAnchorVert" val="mid"/>
                    <dgm:param type="parTxRTLAlign" val="l"/>
                    <dgm:param type="parTxLTRAlign" val="l"/>
                    <dgm:param type="txAnchorVertCh" val="mid"/>
                    <dgm:param type="shpTxRTLAlignCh" val="l"/>
                    <dgm:param type="shpTxLTRAlignCh" val="l"/>
                  </dgm:alg>
                </dgm:if>
                <dgm:else name="L2TextContainerAlgoRTL">
                  <dgm:alg type="tx">
                    <dgm:param type="txAnchorVert" val="mid"/>
                    <dgm:param type="parTxRTLAlign" val="r"/>
                    <dgm:param type="parTxLTRAlign" val="r"/>
                    <dgm:param type="txAnchorVertCh" val="mid"/>
                    <dgm:param type="shpTxRTLAlignCh" val="r"/>
                    <dgm:param type="shpTxLTRAlignCh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 fact="0.75"/>
                <dgm:constr type="bMarg" refType="primFontSz" fact="0.75"/>
                <dgm:constr type="lMarg" refType="primFontSz" fact="0.75"/>
                <dgm:constr type="rMarg" refType="primFontSz" fact="0.75"/>
              </dgm:constrLst>
              <dgm:ruleLst>
                <dgm:rule type="h" val="INF" fact="NaN" max="NaN"/>
                <dgm:rule type="primFontSz" val="12" fact="NaN" max="NaN"/>
                <dgm:rule type="secFontSz" val="10" fact="NaN" max="NaN"/>
              </dgm:ruleLst>
            </dgm:layoutNode>
            <dgm:layoutNode name="FlexibleEmptyPlaceHolder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</dgm:layoutNode>
          </dgm:layoutNode>
          <dgm:layoutNode name="ConnectLine" styleLbl="sibTrans1D1" moveWith="L1TextContainer">
            <dgm:alg type="sp"/>
            <dgm:shape xmlns:r="http://schemas.openxmlformats.org/officeDocument/2006/relationships" type="line" r:blip="">
              <dgm:adjLst/>
            </dgm:shape>
            <dgm:presOf/>
            <dgm:constrLst/>
          </dgm:layoutNode>
          <dgm:layoutNode name="ConnectorPoint" styleLbl="node1" moveWith="L1TextContainer">
            <dgm:alg type="sp"/>
            <dgm:shape xmlns:r="http://schemas.openxmlformats.org/officeDocument/2006/relationships" rot="45" type="rect" r:blip="" zOrderOff="10">
              <dgm:adjLst/>
              <dgm:extLst>
                <a:ext uri="{B698B0E9-8C71-41B9-8309-B3DCBF30829C}">
                  <dgm1612:spPr xmlns:dgm1612="http://schemas.microsoft.com/office/drawing/2016/12/diagram">
                    <a:ln w="6350"/>
                  </dgm1612:spPr>
                </a:ext>
              </dgm:extLst>
            </dgm:shape>
            <dgm:presOf/>
            <dgm:constrLst/>
          </dgm:layoutNode>
          <dgm:layoutNode name="EmptyPlaceHolder">
            <dgm:alg type="sp"/>
            <dgm:shape xmlns:r="http://schemas.openxmlformats.org/officeDocument/2006/relationships" r:blip="">
              <dgm:adjLst/>
            </dgm:shape>
            <dgm:presOf/>
            <dgm:constrLst/>
          </dgm:layoutNode>
        </dgm:layoutNode>
        <dgm:forEach name="Name28" axis="followSib" ptType="sibTrans" cnt="1">
          <dgm:layoutNode name="spaceBetweenRectangle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E1AFAA-4CF3-A043-B6A9-F4CC6E2F814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86DAF-7E94-EB47-B7C3-B4DEEF84A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58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86DAF-7E94-EB47-B7C3-B4DEEF84A39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47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BatchGetSymbols</a:t>
            </a:r>
            <a:r>
              <a:rPr lang="en-US" dirty="0"/>
              <a:t>- common package you can use to get S&amp;P500 data</a:t>
            </a:r>
          </a:p>
          <a:p>
            <a:endParaRPr lang="en-US" dirty="0"/>
          </a:p>
          <a:p>
            <a:r>
              <a:rPr lang="en-US" dirty="0" err="1"/>
              <a:t>Lagx</a:t>
            </a:r>
            <a:r>
              <a:rPr lang="en-US" dirty="0"/>
              <a:t>- previous days returns(x), percentage</a:t>
            </a:r>
          </a:p>
          <a:p>
            <a:endParaRPr lang="en-US" dirty="0"/>
          </a:p>
          <a:p>
            <a:r>
              <a:rPr lang="en-US" dirty="0"/>
              <a:t>Moving averages- previous x(5,10) days price average</a:t>
            </a:r>
          </a:p>
          <a:p>
            <a:r>
              <a:rPr lang="en-US" dirty="0"/>
              <a:t>	-predicts shifts(momentum) of stock. Up or down</a:t>
            </a:r>
          </a:p>
          <a:p>
            <a:endParaRPr lang="en-US" dirty="0"/>
          </a:p>
          <a:p>
            <a:r>
              <a:rPr lang="en-US" dirty="0"/>
              <a:t>Next day adjusted price- prior days closing price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86DAF-7E94-EB47-B7C3-B4DEEF84A39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779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interactive with date</a:t>
            </a:r>
          </a:p>
          <a:p>
            <a:r>
              <a:rPr lang="en-US" dirty="0"/>
              <a:t>All </a:t>
            </a:r>
            <a:r>
              <a:rPr lang="en-US" dirty="0" err="1"/>
              <a:t>inetactive</a:t>
            </a:r>
            <a:r>
              <a:rPr lang="en-US" dirty="0"/>
              <a:t> with stock symbol ACCEPT Sector </a:t>
            </a:r>
            <a:r>
              <a:rPr lang="en-US" dirty="0" err="1"/>
              <a:t>Perfomance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86DAF-7E94-EB47-B7C3-B4DEEF84A39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99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2022: Performance is steady, but look at 2023</a:t>
            </a:r>
          </a:p>
          <a:p>
            <a:endParaRPr lang="en-US" dirty="0"/>
          </a:p>
          <a:p>
            <a:r>
              <a:rPr lang="en-US" dirty="0"/>
              <a:t>Look to date: Even higher ( )</a:t>
            </a:r>
          </a:p>
          <a:p>
            <a:endParaRPr lang="en-US" dirty="0"/>
          </a:p>
          <a:p>
            <a:r>
              <a:rPr lang="en-US" dirty="0"/>
              <a:t>- Announced a 5.5 billion dollar write off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86DAF-7E94-EB47-B7C3-B4DEEF84A39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45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show S&amp;P500 </a:t>
            </a:r>
            <a:r>
              <a:rPr lang="en-US" dirty="0" err="1"/>
              <a:t>pattenr</a:t>
            </a:r>
            <a:r>
              <a:rPr lang="en-US" dirty="0"/>
              <a:t> very well and why you should stick </a:t>
            </a:r>
            <a:r>
              <a:rPr lang="en-US" dirty="0" err="1"/>
              <a:t>thourgh</a:t>
            </a:r>
            <a:r>
              <a:rPr lang="en-US" dirty="0"/>
              <a:t> downs in stocks sometimes</a:t>
            </a:r>
          </a:p>
          <a:p>
            <a:endParaRPr lang="en-US" dirty="0"/>
          </a:p>
          <a:p>
            <a:r>
              <a:rPr lang="en-US" dirty="0"/>
              <a:t>People let go when trend wasn’t great but went bought back months later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86DAF-7E94-EB47-B7C3-B4DEEF84A39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351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Real estate sector represents renting more than home buying. 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People wanted to buy homes during covid not rent</a:t>
            </a:r>
          </a:p>
          <a:p>
            <a:pPr marL="171450" lvl="0" indent="-171450">
              <a:buFontTx/>
              <a:buChar char="-"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/>
              <a:t>Following houses got so </a:t>
            </a:r>
            <a:r>
              <a:rPr lang="en-US" dirty="0" err="1"/>
              <a:t>epxosne</a:t>
            </a:r>
            <a:r>
              <a:rPr lang="en-US" dirty="0"/>
              <a:t> average </a:t>
            </a:r>
            <a:r>
              <a:rPr lang="en-US" dirty="0" err="1"/>
              <a:t>americna</a:t>
            </a:r>
            <a:r>
              <a:rPr lang="en-US" dirty="0"/>
              <a:t> was having to rent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86DAF-7E94-EB47-B7C3-B4DEEF84A39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92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Great time to buy into some stocks during election </a:t>
            </a:r>
          </a:p>
          <a:p>
            <a:endParaRPr lang="en-US" dirty="0"/>
          </a:p>
          <a:p>
            <a:r>
              <a:rPr lang="en-US" dirty="0"/>
              <a:t>Shocking people actually believed the </a:t>
            </a:r>
            <a:r>
              <a:rPr lang="en-US" dirty="0" err="1"/>
              <a:t>canidates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86DAF-7E94-EB47-B7C3-B4DEEF84A39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22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Overfitting, struggling on unseen data</a:t>
            </a:r>
          </a:p>
          <a:p>
            <a:r>
              <a:rPr lang="en-US" dirty="0"/>
              <a:t>lets look at random forest next day prediction plots to explain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86DAF-7E94-EB47-B7C3-B4DEEF84A39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579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Images: Apple vs Google Predicted</a:t>
            </a:r>
          </a:p>
          <a:p>
            <a:r>
              <a:rPr lang="en-US" dirty="0"/>
              <a:t>KEYPOINT: In high </a:t>
            </a:r>
            <a:r>
              <a:rPr lang="en-US" dirty="0" err="1"/>
              <a:t>voltilaty</a:t>
            </a:r>
            <a:r>
              <a:rPr lang="en-US" dirty="0"/>
              <a:t> periods it has poor performances</a:t>
            </a:r>
          </a:p>
          <a:p>
            <a:endParaRPr lang="en-US" dirty="0"/>
          </a:p>
          <a:p>
            <a:r>
              <a:rPr lang="en-US" dirty="0"/>
              <a:t>Why? Tree based models average prices at the end, struggle when data is high volatility (not well reflected in average)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86DAF-7E94-EB47-B7C3-B4DEEF84A39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90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 1: These are not in the dataset I worked with, could help decision trees predict the stock price in those volatile periods</a:t>
            </a:r>
          </a:p>
          <a:p>
            <a:endParaRPr lang="en-US" dirty="0"/>
          </a:p>
          <a:p>
            <a:r>
              <a:rPr lang="en-US" dirty="0"/>
              <a:t>Option 2: Other </a:t>
            </a:r>
            <a:r>
              <a:rPr lang="en-US" dirty="0" err="1"/>
              <a:t>mdoesl</a:t>
            </a:r>
            <a:r>
              <a:rPr lang="en-US" dirty="0"/>
              <a:t> with my data:</a:t>
            </a:r>
          </a:p>
          <a:p>
            <a:r>
              <a:rPr lang="en-US" dirty="0"/>
              <a:t>What is LSTM:  Complex Neural Network build for sequential data: past obs. Matter for future</a:t>
            </a:r>
          </a:p>
          <a:p>
            <a:endParaRPr lang="en-US" dirty="0"/>
          </a:p>
          <a:p>
            <a:r>
              <a:rPr lang="en-US" dirty="0"/>
              <a:t>When test and compare models: could </a:t>
            </a:r>
            <a:r>
              <a:rPr lang="en-US" dirty="0" err="1"/>
              <a:t>hyperparmetre</a:t>
            </a:r>
            <a:r>
              <a:rPr lang="en-US" dirty="0"/>
              <a:t> tune for </a:t>
            </a:r>
            <a:r>
              <a:rPr lang="en-US" dirty="0" err="1"/>
              <a:t>efficnet</a:t>
            </a:r>
            <a:r>
              <a:rPr lang="en-US" dirty="0"/>
              <a:t>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86DAF-7E94-EB47-B7C3-B4DEEF84A39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982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BEA7-58B8-0746-B603-347A70D0994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B261-BC4C-1846-A4AB-BC853ABF3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47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BEA7-58B8-0746-B603-347A70D0994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B261-BC4C-1846-A4AB-BC853ABF3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598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BEA7-58B8-0746-B603-347A70D0994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B261-BC4C-1846-A4AB-BC853ABF3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578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BEA7-58B8-0746-B603-347A70D0994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B261-BC4C-1846-A4AB-BC853ABF3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855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BEA7-58B8-0746-B603-347A70D0994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B261-BC4C-1846-A4AB-BC853ABF3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550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BEA7-58B8-0746-B603-347A70D0994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B261-BC4C-1846-A4AB-BC853ABF3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07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BEA7-58B8-0746-B603-347A70D0994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B261-BC4C-1846-A4AB-BC853ABF3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0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BEA7-58B8-0746-B603-347A70D0994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B261-BC4C-1846-A4AB-BC853ABF3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479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BEA7-58B8-0746-B603-347A70D0994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B261-BC4C-1846-A4AB-BC853ABF3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494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BEA7-58B8-0746-B603-347A70D0994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B261-BC4C-1846-A4AB-BC853ABF3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99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BEA7-58B8-0746-B603-347A70D0994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B261-BC4C-1846-A4AB-BC853ABF3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969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99CBEA7-58B8-0746-B603-347A70D09945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F13B261-BC4C-1846-A4AB-BC853ABF3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9186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3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0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jacob-hughes.shinyapps.io/FP_Data_Vis_R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C4C39-35CC-37CF-B03D-60EC2E0AD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3700">
                <a:solidFill>
                  <a:srgbClr val="FFFFFF"/>
                </a:solidFill>
              </a:rPr>
              <a:t>S&amp;P 500 Dashboard and Stock Price Predictions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E16955-EF87-B53E-C4F0-79A443ED3C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anchor="ctr"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By: Jacob Hughes</a:t>
            </a:r>
          </a:p>
        </p:txBody>
      </p:sp>
      <p:pic>
        <p:nvPicPr>
          <p:cNvPr id="1026" name="Picture 2" descr="Red upward arrow graph showing rising trend cut out 55652841 PNG">
            <a:extLst>
              <a:ext uri="{FF2B5EF4-FFF2-40B4-BE49-F238E27FC236}">
                <a16:creationId xmlns:a16="http://schemas.microsoft.com/office/drawing/2014/main" id="{81A73169-4A25-0134-F4CB-59D61B4E6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07650" y="1966293"/>
            <a:ext cx="7776698" cy="445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3409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33ABC0-88E6-1A7A-4E8C-DE75AE13E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642969"/>
          </a:xfrm>
        </p:spPr>
        <p:txBody>
          <a:bodyPr anchor="b">
            <a:normAutofit/>
          </a:bodyPr>
          <a:lstStyle/>
          <a:p>
            <a:r>
              <a:rPr lang="en-US" sz="4000"/>
              <a:t>Project Overview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D3B091E3-AFBE-F268-3B54-F917FB7E9EA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36397" y="2418409"/>
          <a:ext cx="9688296" cy="3454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41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D16B6-57F7-504B-C524-50566382E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/>
              <a:t>Data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752C7-9458-3676-ADAC-242EC0171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r>
              <a:rPr lang="en-US" sz="2000"/>
              <a:t>Source: BatchGetSymbols package- historical prices for S&amp;P 500</a:t>
            </a:r>
          </a:p>
          <a:p>
            <a:endParaRPr lang="en-US" sz="2000"/>
          </a:p>
          <a:p>
            <a:r>
              <a:rPr lang="en-US" sz="2000"/>
              <a:t>Model featured engineering</a:t>
            </a:r>
          </a:p>
          <a:p>
            <a:pPr lvl="1"/>
            <a:r>
              <a:rPr lang="en-US" sz="2000"/>
              <a:t>Lag values:  lag1, lag5</a:t>
            </a:r>
          </a:p>
          <a:p>
            <a:pPr lvl="1"/>
            <a:r>
              <a:rPr lang="en-US" sz="2000"/>
              <a:t>Moving averages: ma5, ma10</a:t>
            </a:r>
          </a:p>
          <a:p>
            <a:pPr lvl="1"/>
            <a:r>
              <a:rPr lang="en-US" sz="2000"/>
              <a:t>Target: next day adjusted price</a:t>
            </a:r>
          </a:p>
          <a:p>
            <a:pPr lvl="1"/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B50049-C354-5EFD-A9C0-CC1C6849C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757" y="489118"/>
            <a:ext cx="3990392" cy="5466007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19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C681C32C-7AFC-4BB3-9088-65CBDFC5D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E3315B-2F16-96ED-3F02-7C065FD57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75" y="4583953"/>
            <a:ext cx="4685857" cy="1465973"/>
          </a:xfrm>
        </p:spPr>
        <p:txBody>
          <a:bodyPr anchor="t">
            <a:normAutofit/>
          </a:bodyPr>
          <a:lstStyle/>
          <a:p>
            <a:r>
              <a:rPr lang="en-US" sz="4000"/>
              <a:t>Dashboard Overview</a:t>
            </a:r>
          </a:p>
        </p:txBody>
      </p:sp>
      <p:pic>
        <p:nvPicPr>
          <p:cNvPr id="4" name="Picture 3" descr="A graph showing a line&#10;&#10;AI-generated content may be incorrect.">
            <a:extLst>
              <a:ext uri="{FF2B5EF4-FFF2-40B4-BE49-F238E27FC236}">
                <a16:creationId xmlns:a16="http://schemas.microsoft.com/office/drawing/2014/main" id="{7BD03577-0AD1-1D4E-3434-B5271DB6CD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3" b="3227"/>
          <a:stretch>
            <a:fillRect/>
          </a:stretch>
        </p:blipFill>
        <p:spPr>
          <a:xfrm>
            <a:off x="20" y="432"/>
            <a:ext cx="12191980" cy="424475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E66D2-0B7D-895B-9F69-FB4E65DCA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83953"/>
            <a:ext cx="5638800" cy="1465973"/>
          </a:xfrm>
        </p:spPr>
        <p:txBody>
          <a:bodyPr>
            <a:normAutofit/>
          </a:bodyPr>
          <a:lstStyle/>
          <a:p>
            <a:r>
              <a:rPr lang="en-US" sz="1100" b="1"/>
              <a:t>Stock Prices:</a:t>
            </a:r>
            <a:r>
              <a:rPr lang="en-US" sz="1100"/>
              <a:t> Daily adjusted price trend</a:t>
            </a:r>
          </a:p>
          <a:p>
            <a:r>
              <a:rPr lang="en-US" sz="1100" b="1"/>
              <a:t>Cumulative Returns:</a:t>
            </a:r>
            <a:r>
              <a:rPr lang="en-US" sz="1100"/>
              <a:t> Percentage growth visualization</a:t>
            </a:r>
          </a:p>
          <a:p>
            <a:r>
              <a:rPr lang="en-US" sz="1100" b="1"/>
              <a:t>Sector Performance:</a:t>
            </a:r>
            <a:r>
              <a:rPr lang="en-US" sz="1100"/>
              <a:t> Compare sector averages</a:t>
            </a:r>
          </a:p>
          <a:p>
            <a:r>
              <a:rPr lang="en-US" sz="1100" b="1"/>
              <a:t>Volatility:</a:t>
            </a:r>
            <a:r>
              <a:rPr lang="en-US" sz="1100"/>
              <a:t> Standard deviation of returns</a:t>
            </a:r>
          </a:p>
          <a:p>
            <a:r>
              <a:rPr lang="en-US" sz="1100" b="1"/>
              <a:t>Prediction Tab:</a:t>
            </a:r>
            <a:r>
              <a:rPr lang="en-US" sz="1100"/>
              <a:t> Actual vs predicted next-day prices</a:t>
            </a:r>
          </a:p>
          <a:p>
            <a:endParaRPr lang="en-US" sz="11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99C0ED0-69DE-4C31-A5CF-E2A46FD30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D42B8BD-40AF-488E-8A79-D7256C917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383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C681C32C-7AFC-4BB3-9088-65CBDFC5D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316204-2D0D-4B82-7F74-B3601794E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75" y="4746864"/>
            <a:ext cx="4685857" cy="1465973"/>
          </a:xfrm>
        </p:spPr>
        <p:txBody>
          <a:bodyPr anchor="t">
            <a:normAutofit/>
          </a:bodyPr>
          <a:lstStyle/>
          <a:p>
            <a:r>
              <a:rPr lang="en-US" sz="4000" dirty="0"/>
              <a:t>Insights: Stock Prices</a:t>
            </a:r>
          </a:p>
        </p:txBody>
      </p:sp>
      <p:pic>
        <p:nvPicPr>
          <p:cNvPr id="4" name="Picture 3" descr="A graph on a screen&#10;&#10;AI-generated content may be incorrect.">
            <a:extLst>
              <a:ext uri="{FF2B5EF4-FFF2-40B4-BE49-F238E27FC236}">
                <a16:creationId xmlns:a16="http://schemas.microsoft.com/office/drawing/2014/main" id="{266DE3A5-6DAF-AEF3-567C-53E5339BB0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13"/>
          <a:stretch>
            <a:fillRect/>
          </a:stretch>
        </p:blipFill>
        <p:spPr>
          <a:xfrm>
            <a:off x="20" y="432"/>
            <a:ext cx="12191980" cy="4583095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199C0ED0-69DE-4C31-A5CF-E2A46FD30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D42B8BD-40AF-488E-8A79-D7256C917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0" name="Diagram 4">
            <a:extLst>
              <a:ext uri="{FF2B5EF4-FFF2-40B4-BE49-F238E27FC236}">
                <a16:creationId xmlns:a16="http://schemas.microsoft.com/office/drawing/2014/main" id="{8868FC6E-9952-8761-363E-D7A1F0F55E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3671431"/>
              </p:ext>
            </p:extLst>
          </p:nvPr>
        </p:nvGraphicFramePr>
        <p:xfrm>
          <a:off x="6078166" y="4759176"/>
          <a:ext cx="5638800" cy="1465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36943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681C32C-7AFC-4BB3-9088-65CBDFC5D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D5BA35-AE47-C36E-4B1D-D07739D47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943" y="4852764"/>
            <a:ext cx="4685857" cy="1465973"/>
          </a:xfrm>
        </p:spPr>
        <p:txBody>
          <a:bodyPr anchor="t">
            <a:normAutofit/>
          </a:bodyPr>
          <a:lstStyle/>
          <a:p>
            <a:r>
              <a:rPr lang="en-US" sz="4000" dirty="0"/>
              <a:t>Insights: Cumulative Returns</a:t>
            </a:r>
          </a:p>
        </p:txBody>
      </p:sp>
      <p:pic>
        <p:nvPicPr>
          <p:cNvPr id="4" name="Picture 3" descr="A graph showing a line&#10;&#10;AI-generated content may be incorrect.">
            <a:extLst>
              <a:ext uri="{FF2B5EF4-FFF2-40B4-BE49-F238E27FC236}">
                <a16:creationId xmlns:a16="http://schemas.microsoft.com/office/drawing/2014/main" id="{4BA33831-EA29-5B77-9840-74024173CC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" b="1629"/>
          <a:stretch>
            <a:fillRect/>
          </a:stretch>
        </p:blipFill>
        <p:spPr>
          <a:xfrm>
            <a:off x="-17824" y="0"/>
            <a:ext cx="12191980" cy="458352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99C0ED0-69DE-4C31-A5CF-E2A46FD30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42B8BD-40AF-488E-8A79-D7256C917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Diagram 4">
            <a:extLst>
              <a:ext uri="{FF2B5EF4-FFF2-40B4-BE49-F238E27FC236}">
                <a16:creationId xmlns:a16="http://schemas.microsoft.com/office/drawing/2014/main" id="{7BD5117D-1746-862B-2228-B540A1563C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2102414"/>
              </p:ext>
            </p:extLst>
          </p:nvPr>
        </p:nvGraphicFramePr>
        <p:xfrm>
          <a:off x="6096000" y="4770702"/>
          <a:ext cx="5638800" cy="1465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95754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7D4234-360F-7D7C-6568-38E7B277F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7539" y="775518"/>
            <a:ext cx="9244398" cy="752178"/>
          </a:xfrm>
        </p:spPr>
        <p:txBody>
          <a:bodyPr anchor="b">
            <a:normAutofit/>
          </a:bodyPr>
          <a:lstStyle/>
          <a:p>
            <a:r>
              <a:rPr lang="en-US" sz="4000"/>
              <a:t>Sector performance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E0E029CF-659B-17BA-36DB-0DE30C7027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77"/>
          <a:stretch>
            <a:fillRect/>
          </a:stretch>
        </p:blipFill>
        <p:spPr>
          <a:xfrm>
            <a:off x="6404595" y="1527696"/>
            <a:ext cx="5566342" cy="2927777"/>
          </a:xfrm>
          <a:prstGeom prst="rect">
            <a:avLst/>
          </a:prstGeom>
        </p:spPr>
      </p:pic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C25D9CE0-BBDB-CA63-7609-88EB2E20F6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747" r="3" b="3"/>
          <a:stretch>
            <a:fillRect/>
          </a:stretch>
        </p:blipFill>
        <p:spPr>
          <a:xfrm>
            <a:off x="617191" y="1527696"/>
            <a:ext cx="5566342" cy="290490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2410B-3D0B-3804-D03F-9F38B7827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7539" y="4257396"/>
            <a:ext cx="9160576" cy="183859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If/else statement plots all vs single</a:t>
            </a:r>
          </a:p>
          <a:p>
            <a:r>
              <a:rPr lang="en-US" sz="2000" dirty="0"/>
              <a:t>Real Estate drops during covid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800"/>
            <a:ext cx="4038599" cy="45677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355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681C32C-7AFC-4BB3-9088-65CBDFC5D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EA6A4-E057-986A-4700-01F8FBDDB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75" y="4583953"/>
            <a:ext cx="4685857" cy="1465973"/>
          </a:xfrm>
        </p:spPr>
        <p:txBody>
          <a:bodyPr anchor="t">
            <a:normAutofit/>
          </a:bodyPr>
          <a:lstStyle/>
          <a:p>
            <a:r>
              <a:rPr lang="en-US" sz="4000"/>
              <a:t>Stock Volatility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CCA6F6-3D55-6C56-AA95-D0FF772820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" r="1" b="1"/>
          <a:stretch>
            <a:fillRect/>
          </a:stretch>
        </p:blipFill>
        <p:spPr>
          <a:xfrm>
            <a:off x="20" y="432"/>
            <a:ext cx="12191980" cy="424475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29A95-0172-FD49-8C0E-1203AAEBB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9969" y="4519301"/>
            <a:ext cx="5638800" cy="1465973"/>
          </a:xfrm>
        </p:spPr>
        <p:txBody>
          <a:bodyPr>
            <a:normAutofit/>
          </a:bodyPr>
          <a:lstStyle/>
          <a:p>
            <a:r>
              <a:rPr lang="en-US" sz="1300" dirty="0"/>
              <a:t>Lockheed Martin </a:t>
            </a:r>
          </a:p>
          <a:p>
            <a:pPr lvl="1"/>
            <a:r>
              <a:rPr lang="en-US" sz="1300" dirty="0"/>
              <a:t>Defense and Aerospace</a:t>
            </a:r>
          </a:p>
          <a:p>
            <a:r>
              <a:rPr lang="en-US" sz="1300" dirty="0"/>
              <a:t>The 2020 pandemic shutdown</a:t>
            </a:r>
          </a:p>
          <a:p>
            <a:r>
              <a:rPr lang="en-US" sz="1300" dirty="0"/>
              <a:t>Cutting the defense budget was a presidential debate topic </a:t>
            </a:r>
          </a:p>
          <a:p>
            <a:r>
              <a:rPr lang="en-US" sz="1300" dirty="0"/>
              <a:t>Market stable following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9C0ED0-69DE-4C31-A5CF-E2A46FD30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42B8BD-40AF-488E-8A79-D7256C917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51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2DFA49-3B42-24F7-AC3B-9F85A0846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/>
              <a:t>Predictive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973D8-F740-9C42-2C9F-E7FBF91C5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r>
              <a:rPr lang="en-US" sz="2000" dirty="0"/>
              <a:t>Model: </a:t>
            </a:r>
            <a:r>
              <a:rPr lang="en-US" sz="2000" i="1" dirty="0"/>
              <a:t>Random Forest</a:t>
            </a:r>
            <a:endParaRPr lang="en-US" sz="2000" dirty="0"/>
          </a:p>
          <a:p>
            <a:r>
              <a:rPr lang="en-US" sz="2000" dirty="0"/>
              <a:t>Inputs: lag1, lag5, ma5, ma10</a:t>
            </a:r>
          </a:p>
          <a:p>
            <a:r>
              <a:rPr lang="en-US" sz="2000" dirty="0"/>
              <a:t>Output: next-day adjusted price</a:t>
            </a:r>
          </a:p>
          <a:p>
            <a:r>
              <a:rPr lang="en-US" sz="2000" dirty="0"/>
              <a:t>Train/Test split: </a:t>
            </a:r>
            <a:r>
              <a:rPr lang="en-US" sz="2000" i="1" dirty="0"/>
              <a:t>80/20 </a:t>
            </a:r>
            <a:endParaRPr lang="en-US" sz="2000" dirty="0"/>
          </a:p>
          <a:p>
            <a:r>
              <a:rPr lang="en-US" sz="2000" dirty="0"/>
              <a:t>Key metrics (AAPL):</a:t>
            </a:r>
          </a:p>
          <a:p>
            <a:pPr lvl="1"/>
            <a:r>
              <a:rPr lang="en-US" sz="2000" dirty="0"/>
              <a:t>Training R² = 0.998</a:t>
            </a:r>
          </a:p>
          <a:p>
            <a:pPr lvl="1"/>
            <a:r>
              <a:rPr lang="en-US" sz="2000" dirty="0"/>
              <a:t>Test R² = 0.412</a:t>
            </a:r>
          </a:p>
          <a:p>
            <a:endParaRPr lang="en-US" sz="2000" dirty="0"/>
          </a:p>
        </p:txBody>
      </p:sp>
      <p:pic>
        <p:nvPicPr>
          <p:cNvPr id="1026" name="Picture 2" descr="Random Forest. Random Forest is an ensemble machine… | by Deniz Gunay |  Medium">
            <a:extLst>
              <a:ext uri="{FF2B5EF4-FFF2-40B4-BE49-F238E27FC236}">
                <a16:creationId xmlns:a16="http://schemas.microsoft.com/office/drawing/2014/main" id="{C0666A92-635F-ACE9-1E80-0E3C34D8E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1378591"/>
            <a:ext cx="5201023" cy="368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250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8BE46-490C-DB47-7A8B-FE7E377C6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7539" y="775518"/>
            <a:ext cx="9244398" cy="752178"/>
          </a:xfrm>
        </p:spPr>
        <p:txBody>
          <a:bodyPr anchor="b">
            <a:normAutofit/>
          </a:bodyPr>
          <a:lstStyle/>
          <a:p>
            <a:r>
              <a:rPr lang="en-US" sz="4000" dirty="0"/>
              <a:t>Model Visualization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21052C-6353-1ED9-BD7F-F316950EDD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76" r="9345" b="3"/>
          <a:stretch>
            <a:fillRect/>
          </a:stretch>
        </p:blipFill>
        <p:spPr>
          <a:xfrm>
            <a:off x="1585705" y="1729379"/>
            <a:ext cx="4337083" cy="22812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002AFA-BB82-79C5-FA23-D76038FC74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856" b="1"/>
          <a:stretch>
            <a:fillRect/>
          </a:stretch>
        </p:blipFill>
        <p:spPr>
          <a:xfrm>
            <a:off x="6266878" y="1729379"/>
            <a:ext cx="4371234" cy="22812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F2EFA-7BE0-3056-7F31-588445D0E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7539" y="4257396"/>
            <a:ext cx="9160576" cy="183859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Apple vs Google</a:t>
            </a:r>
          </a:p>
          <a:p>
            <a:r>
              <a:rPr lang="en-US" sz="2000" dirty="0"/>
              <a:t>Follows the trend during stable periods</a:t>
            </a:r>
          </a:p>
          <a:p>
            <a:r>
              <a:rPr lang="en-US" sz="2000" dirty="0"/>
              <a:t>Poor performance during high volatility</a:t>
            </a:r>
          </a:p>
          <a:p>
            <a:r>
              <a:rPr lang="en-US" sz="2000" dirty="0"/>
              <a:t>Tree-based models average next day stock price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800"/>
            <a:ext cx="4038599" cy="45677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12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4E003B-A34C-782C-FED3-3A0373371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/>
              <a:t>Future Improvements</a:t>
            </a:r>
          </a:p>
        </p:txBody>
      </p:sp>
      <p:pic>
        <p:nvPicPr>
          <p:cNvPr id="1026" name="Picture 2" descr="Complete Guide to Learn LSTM Models: Types, Applications, and When to Use  Which Model | by Poornam Sai G | Stackademic">
            <a:extLst>
              <a:ext uri="{FF2B5EF4-FFF2-40B4-BE49-F238E27FC236}">
                <a16:creationId xmlns:a16="http://schemas.microsoft.com/office/drawing/2014/main" id="{9B7BB3DE-9A96-710E-68BB-AC108BEF3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1609805"/>
            <a:ext cx="5201023" cy="3224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5" name="Rectangle 1054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39" name="Content Placeholder 2">
            <a:extLst>
              <a:ext uri="{FF2B5EF4-FFF2-40B4-BE49-F238E27FC236}">
                <a16:creationId xmlns:a16="http://schemas.microsoft.com/office/drawing/2014/main" id="{B5CC07C8-BCE7-139E-50C9-AC7985FB86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6262289"/>
              </p:ext>
            </p:extLst>
          </p:nvPr>
        </p:nvGraphicFramePr>
        <p:xfrm>
          <a:off x="1136397" y="2418408"/>
          <a:ext cx="4959603" cy="3522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14178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08F67-31FC-AD2C-35C6-6B30598A5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Shiny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C8D82-9796-4A79-4233-F9E67A5EB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https://jacob-hughes.shinyapps.io/FP_Data_Vis_R/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379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1670</TotalTime>
  <Words>631</Words>
  <Application>Microsoft Macintosh PowerPoint</Application>
  <PresentationFormat>Widescreen</PresentationFormat>
  <Paragraphs>118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S&amp;P 500 Dashboard and Stock Price Predictions</vt:lpstr>
      <vt:lpstr>Project Overview</vt:lpstr>
      <vt:lpstr>Data &amp; Preparation</vt:lpstr>
      <vt:lpstr>Dashboard Overview</vt:lpstr>
      <vt:lpstr>Insights: Stock Prices</vt:lpstr>
      <vt:lpstr>Insights: Cumulative Returns</vt:lpstr>
      <vt:lpstr>Sector performance</vt:lpstr>
      <vt:lpstr>Stock Volatility</vt:lpstr>
      <vt:lpstr>Predictive Modeling</vt:lpstr>
      <vt:lpstr>Model Visualization</vt:lpstr>
      <vt:lpstr>Future Improvements</vt:lpstr>
      <vt:lpstr>R Shiny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G Hughes</dc:creator>
  <cp:lastModifiedBy>Jacob G Hughes</cp:lastModifiedBy>
  <cp:revision>8</cp:revision>
  <dcterms:created xsi:type="dcterms:W3CDTF">2025-10-16T22:17:13Z</dcterms:created>
  <dcterms:modified xsi:type="dcterms:W3CDTF">2025-12-11T18:26:18Z</dcterms:modified>
</cp:coreProperties>
</file>